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6.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Layouts/slideLayout8.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s/slide5.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notesSlides/notesSlide3.xml" ContentType="application/vnd.openxmlformats-officedocument.presentationml.notesSlide+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12192000" cy="6858000"/>
  <p:notesSz cx="6858000" cy="9144000"/>
  <p:defaultTextStyle>
    <a:defPPr>
      <a:defRPr lang="en-GB"/>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275"/>
        <p:guide pos="2160" orient="horz"/>
        <p:guide pos="7396"/>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Верхний колонтитул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ru-RU"/>
          </a:p>
        </p:txBody>
      </p:sp>
      <p:sp>
        <p:nvSpPr>
          <p:cNvPr id="3" name="Дата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ru-RU"/>
              <a:t>10/30/2013</a:t>
            </a:fld>
            <a:endParaRPr lang="ru-RU"/>
          </a:p>
        </p:txBody>
      </p:sp>
      <p:sp>
        <p:nvSpPr>
          <p:cNvPr id="4" name="Рисунок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ru-RU"/>
          </a:p>
        </p:txBody>
      </p:sp>
      <p:sp>
        <p:nvSpPr>
          <p:cNvPr id="5" name="Заметка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6" name="Нижний колонтитул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ru-RU"/>
          </a:p>
        </p:txBody>
      </p:sp>
      <p:sp>
        <p:nvSpPr>
          <p:cNvPr id="7" name="Номер слайда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ru-RU"/>
              <a:t>‹#›</a:t>
            </a:fld>
            <a:endParaRPr lang="ru-RU"/>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Рисунок 1"/>
          <p:cNvSpPr>
            <a:spLocks noChangeAspect="1" noGrp="1" noRot="1"/>
          </p:cNvSpPr>
          <p:nvPr>
            <p:ph type="sldImg"/>
          </p:nvPr>
        </p:nvSpPr>
        <p:spPr bwMode="auto">
          <a:xfrm>
            <a:off x="685800" y="1143000"/>
            <a:ext cx="5486400" cy="3086100"/>
          </a:xfrm>
        </p:spPr>
      </p:sp>
      <p:sp>
        <p:nvSpPr>
          <p:cNvPr id="3" name="Текст 2"/>
          <p:cNvSpPr>
            <a:spLocks noGrp="1"/>
          </p:cNvSpPr>
          <p:nvPr>
            <p:ph type="body" idx="1"/>
          </p:nvPr>
        </p:nvSpPr>
        <p:spPr bwMode="auto"/>
        <p:txBody>
          <a:bodyPr/>
          <a:lstStyle/>
          <a:p>
            <a:pPr>
              <a:defRPr/>
            </a:pPr>
            <a:endParaRPr lang="ru-RU">
              <a:latin typeface="Arial"/>
              <a:cs typeface="Arial"/>
            </a:endParaRPr>
          </a:p>
        </p:txBody>
      </p:sp>
      <p:sp>
        <p:nvSpPr>
          <p:cNvPr id="4" name="Номер слайда 3"/>
          <p:cNvSpPr>
            <a:spLocks noGrp="1"/>
          </p:cNvSpPr>
          <p:nvPr>
            <p:ph type="sldNum" sz="quarter" idx="10"/>
          </p:nvPr>
        </p:nvSpPr>
        <p:spPr bwMode="auto"/>
        <p:txBody>
          <a:bodyPr/>
          <a:lstStyle/>
          <a:p>
            <a:pPr>
              <a:defRPr/>
            </a:pPr>
            <a:fld id="{2E6999B8-B6B4-4561-A3CD-BBCDAB9FC9D9}" type="slidenum">
              <a:rPr lang="ru-RU"/>
              <a:t>1</a:t>
            </a:fld>
            <a:endParaRPr lang="ru-RU"/>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7C48A64-D190-B9CF-8AD5-433E40A295F7}"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4378160" name="Slide Image Placeholder 1"/>
          <p:cNvSpPr>
            <a:spLocks noChangeAspect="1" noGrp="1" noRot="1"/>
          </p:cNvSpPr>
          <p:nvPr>
            <p:ph type="sldImg"/>
          </p:nvPr>
        </p:nvSpPr>
        <p:spPr bwMode="auto"/>
      </p:sp>
      <p:sp>
        <p:nvSpPr>
          <p:cNvPr id="1095018828" name="Notes Placeholder 2"/>
          <p:cNvSpPr>
            <a:spLocks noGrp="1"/>
          </p:cNvSpPr>
          <p:nvPr>
            <p:ph type="body" idx="1"/>
          </p:nvPr>
        </p:nvSpPr>
        <p:spPr bwMode="auto"/>
        <p:txBody>
          <a:bodyPr/>
          <a:lstStyle/>
          <a:p>
            <a:pPr>
              <a:defRPr/>
            </a:pPr>
            <a:endParaRPr/>
          </a:p>
        </p:txBody>
      </p:sp>
      <p:sp>
        <p:nvSpPr>
          <p:cNvPr id="1195297946" name="Slide Number Placeholder 3"/>
          <p:cNvSpPr>
            <a:spLocks noGrp="1"/>
          </p:cNvSpPr>
          <p:nvPr>
            <p:ph type="sldNum" sz="quarter" idx="10"/>
          </p:nvPr>
        </p:nvSpPr>
        <p:spPr bwMode="auto"/>
        <p:txBody>
          <a:bodyPr/>
          <a:lstStyle/>
          <a:p>
            <a:pPr>
              <a:defRPr/>
            </a:pPr>
            <a:fld id="{42C98E41-C737-1633-AD4B-015CEAA8DA0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2832345" name="Slide Image Placeholder 1"/>
          <p:cNvSpPr>
            <a:spLocks noChangeAspect="1" noGrp="1" noRot="1"/>
          </p:cNvSpPr>
          <p:nvPr>
            <p:ph type="sldImg"/>
          </p:nvPr>
        </p:nvSpPr>
        <p:spPr bwMode="auto"/>
      </p:sp>
      <p:sp>
        <p:nvSpPr>
          <p:cNvPr id="817704232" name="Notes Placeholder 2"/>
          <p:cNvSpPr>
            <a:spLocks noGrp="1"/>
          </p:cNvSpPr>
          <p:nvPr>
            <p:ph type="body" idx="1"/>
          </p:nvPr>
        </p:nvSpPr>
        <p:spPr bwMode="auto"/>
        <p:txBody>
          <a:bodyPr/>
          <a:lstStyle/>
          <a:p>
            <a:pPr>
              <a:defRPr/>
            </a:pPr>
            <a:endParaRPr/>
          </a:p>
        </p:txBody>
      </p:sp>
      <p:sp>
        <p:nvSpPr>
          <p:cNvPr id="1369962437" name="Slide Number Placeholder 3"/>
          <p:cNvSpPr>
            <a:spLocks noGrp="1"/>
          </p:cNvSpPr>
          <p:nvPr>
            <p:ph type="sldNum" sz="quarter" idx="10"/>
          </p:nvPr>
        </p:nvSpPr>
        <p:spPr bwMode="auto"/>
        <p:txBody>
          <a:bodyPr/>
          <a:lstStyle/>
          <a:p>
            <a:pPr>
              <a:defRPr/>
            </a:pPr>
            <a:fld id="{B20D0CA2-165C-8DF7-6E25-A772175CD0C4}"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8378462" name="Slide Image Placeholder 1"/>
          <p:cNvSpPr>
            <a:spLocks noChangeAspect="1" noGrp="1" noRot="1"/>
          </p:cNvSpPr>
          <p:nvPr>
            <p:ph type="sldImg"/>
          </p:nvPr>
        </p:nvSpPr>
        <p:spPr bwMode="auto"/>
      </p:sp>
      <p:sp>
        <p:nvSpPr>
          <p:cNvPr id="699895071" name="Notes Placeholder 2"/>
          <p:cNvSpPr>
            <a:spLocks noGrp="1"/>
          </p:cNvSpPr>
          <p:nvPr>
            <p:ph type="body" idx="1"/>
          </p:nvPr>
        </p:nvSpPr>
        <p:spPr bwMode="auto"/>
        <p:txBody>
          <a:bodyPr/>
          <a:lstStyle/>
          <a:p>
            <a:pPr>
              <a:defRPr/>
            </a:pPr>
            <a:endParaRPr/>
          </a:p>
        </p:txBody>
      </p:sp>
      <p:sp>
        <p:nvSpPr>
          <p:cNvPr id="1256025845" name="Slide Number Placeholder 3"/>
          <p:cNvSpPr>
            <a:spLocks noGrp="1"/>
          </p:cNvSpPr>
          <p:nvPr>
            <p:ph type="sldNum" sz="quarter" idx="10"/>
          </p:nvPr>
        </p:nvSpPr>
        <p:spPr bwMode="auto"/>
        <p:txBody>
          <a:bodyPr/>
          <a:lstStyle/>
          <a:p>
            <a:pPr>
              <a:defRPr/>
            </a:pPr>
            <a:fld id="{12817800-3375-B5DE-3640-715AB2D3D138}"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044389" name="Slide Image Placeholder 1"/>
          <p:cNvSpPr>
            <a:spLocks noChangeAspect="1" noGrp="1" noRot="1"/>
          </p:cNvSpPr>
          <p:nvPr>
            <p:ph type="sldImg"/>
          </p:nvPr>
        </p:nvSpPr>
        <p:spPr bwMode="auto"/>
      </p:sp>
      <p:sp>
        <p:nvSpPr>
          <p:cNvPr id="1253772682" name="Notes Placeholder 2"/>
          <p:cNvSpPr>
            <a:spLocks noGrp="1"/>
          </p:cNvSpPr>
          <p:nvPr>
            <p:ph type="body" idx="1"/>
          </p:nvPr>
        </p:nvSpPr>
        <p:spPr bwMode="auto"/>
        <p:txBody>
          <a:bodyPr/>
          <a:lstStyle/>
          <a:p>
            <a:pPr>
              <a:defRPr/>
            </a:pPr>
            <a:endParaRPr/>
          </a:p>
        </p:txBody>
      </p:sp>
      <p:sp>
        <p:nvSpPr>
          <p:cNvPr id="219639761" name="Slide Number Placeholder 3"/>
          <p:cNvSpPr>
            <a:spLocks noGrp="1"/>
          </p:cNvSpPr>
          <p:nvPr>
            <p:ph type="sldNum" sz="quarter" idx="10"/>
          </p:nvPr>
        </p:nvSpPr>
        <p:spPr bwMode="auto"/>
        <p:txBody>
          <a:bodyPr/>
          <a:lstStyle/>
          <a:p>
            <a:pPr>
              <a:defRPr/>
            </a:pPr>
            <a:fld id="{4B831012-669B-8143-F51C-A6A02AFF2370}"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Титульный слайд">
    <p:spTree>
      <p:nvGrpSpPr>
        <p:cNvPr id="1" name=""/>
        <p:cNvGrpSpPr/>
        <p:nvPr/>
      </p:nvGrpSpPr>
      <p:grpSpPr bwMode="auto">
        <a:xfrm>
          <a:off x="0" y="0"/>
          <a:ext cx="0" cy="0"/>
          <a:chOff x="0" y="0"/>
          <a:chExt cx="0" cy="0"/>
        </a:xfrm>
      </p:grpSpPr>
      <p:sp>
        <p:nvSpPr>
          <p:cNvPr id="2" name="Заголовок 1"/>
          <p:cNvSpPr>
            <a:spLocks noGrp="1"/>
          </p:cNvSpPr>
          <p:nvPr>
            <p:ph type="ctrTitle"/>
          </p:nvPr>
        </p:nvSpPr>
        <p:spPr bwMode="auto">
          <a:xfrm>
            <a:off x="1524000" y="1122363"/>
            <a:ext cx="9144000" cy="2387600"/>
          </a:xfrm>
        </p:spPr>
        <p:txBody>
          <a:bodyPr anchor="b"/>
          <a:lstStyle>
            <a:lvl1pPr algn="ctr">
              <a:defRPr sz="6000"/>
            </a:lvl1pPr>
          </a:lstStyle>
          <a:p>
            <a:pPr>
              <a:defRPr/>
            </a:pPr>
            <a:r>
              <a:rPr lang="ru-RU"/>
              <a:t>Образец заголовка</a:t>
            </a:r>
            <a:endParaRPr lang="ru-RU"/>
          </a:p>
        </p:txBody>
      </p:sp>
      <p:sp>
        <p:nvSpPr>
          <p:cNvPr id="3" name="Подзаголовок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ru-RU"/>
              <a:t>Образец подзаголовка</a:t>
            </a:r>
            <a:endParaRPr lang="ru-RU"/>
          </a:p>
        </p:txBody>
      </p:sp>
      <p:sp>
        <p:nvSpPr>
          <p:cNvPr id="4" name="Дата 3"/>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Заголовок и объект">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lang="ru-RU"/>
          </a:p>
        </p:txBody>
      </p:sp>
      <p:sp>
        <p:nvSpPr>
          <p:cNvPr id="3" name="Объект 2"/>
          <p:cNvSpPr>
            <a:spLocks noGrp="1"/>
          </p:cNvSpPr>
          <p:nvPr>
            <p:ph idx="1"/>
          </p:nvPr>
        </p:nvSpPr>
        <p:spPr bwMode="auto"/>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Дата 3"/>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Заголовок раздела">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1850" y="1709738"/>
            <a:ext cx="10515600" cy="2852737"/>
          </a:xfrm>
        </p:spPr>
        <p:txBody>
          <a:bodyPr anchor="b"/>
          <a:lstStyle>
            <a:lvl1pPr>
              <a:defRPr sz="6000"/>
            </a:lvl1pPr>
          </a:lstStyle>
          <a:p>
            <a:pPr>
              <a:defRPr/>
            </a:pPr>
            <a:r>
              <a:rPr lang="ru-RU"/>
              <a:t>Образец заголовка</a:t>
            </a:r>
            <a:endParaRPr lang="ru-RU"/>
          </a:p>
        </p:txBody>
      </p:sp>
      <p:sp>
        <p:nvSpPr>
          <p:cNvPr id="3" name="Текст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ru-RU"/>
              <a:t>Образец текста</a:t>
            </a:r>
            <a:endParaRPr/>
          </a:p>
        </p:txBody>
      </p:sp>
      <p:sp>
        <p:nvSpPr>
          <p:cNvPr id="4" name="Дата 3"/>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Два объекта">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lang="ru-RU"/>
          </a:p>
        </p:txBody>
      </p:sp>
      <p:sp>
        <p:nvSpPr>
          <p:cNvPr id="3" name="Объект 2"/>
          <p:cNvSpPr>
            <a:spLocks noGrp="1"/>
          </p:cNvSpPr>
          <p:nvPr>
            <p:ph sz="half" idx="1"/>
          </p:nvPr>
        </p:nvSpPr>
        <p:spPr bwMode="auto">
          <a:xfrm>
            <a:off x="838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Объект 3"/>
          <p:cNvSpPr>
            <a:spLocks noGrp="1"/>
          </p:cNvSpPr>
          <p:nvPr>
            <p:ph sz="half" idx="2"/>
          </p:nvPr>
        </p:nvSpPr>
        <p:spPr bwMode="auto">
          <a:xfrm>
            <a:off x="6172200" y="1825625"/>
            <a:ext cx="5181600" cy="435133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5" name="Дата 4"/>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Сравнение">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365125"/>
            <a:ext cx="10515600" cy="1325563"/>
          </a:xfrm>
        </p:spPr>
        <p:txBody>
          <a:bodyPr/>
          <a:lstStyle/>
          <a:p>
            <a:pPr>
              <a:defRPr/>
            </a:pPr>
            <a:r>
              <a:rPr lang="ru-RU"/>
              <a:t>Образец заголовка</a:t>
            </a:r>
            <a:endParaRPr lang="ru-RU"/>
          </a:p>
        </p:txBody>
      </p:sp>
      <p:sp>
        <p:nvSpPr>
          <p:cNvPr id="3" name="Текст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4" name="Объект 3"/>
          <p:cNvSpPr>
            <a:spLocks noGrp="1"/>
          </p:cNvSpPr>
          <p:nvPr>
            <p:ph sz="half" idx="2"/>
          </p:nvPr>
        </p:nvSpPr>
        <p:spPr bwMode="auto">
          <a:xfrm>
            <a:off x="839788" y="2505074"/>
            <a:ext cx="5157787"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5" name="Текст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6" name="Объект 5"/>
          <p:cNvSpPr>
            <a:spLocks noGrp="1"/>
          </p:cNvSpPr>
          <p:nvPr>
            <p:ph sz="quarter" idx="4"/>
          </p:nvPr>
        </p:nvSpPr>
        <p:spPr bwMode="auto">
          <a:xfrm>
            <a:off x="6172200" y="2505074"/>
            <a:ext cx="5183188" cy="3684588"/>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7" name="Дата 6"/>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8" name="Нижний колонтитул 7"/>
          <p:cNvSpPr>
            <a:spLocks noGrp="1"/>
          </p:cNvSpPr>
          <p:nvPr>
            <p:ph type="ftr" sz="quarter" idx="11"/>
          </p:nvPr>
        </p:nvSpPr>
        <p:spPr bwMode="auto"/>
        <p:txBody>
          <a:bodyPr/>
          <a:lstStyle/>
          <a:p>
            <a:pPr>
              <a:defRPr/>
            </a:pPr>
            <a:endParaRPr lang="ru-RU"/>
          </a:p>
        </p:txBody>
      </p:sp>
      <p:sp>
        <p:nvSpPr>
          <p:cNvPr id="9" name="Номер слайда 8"/>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Только заголовок">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lang="ru-RU"/>
          </a:p>
        </p:txBody>
      </p:sp>
      <p:sp>
        <p:nvSpPr>
          <p:cNvPr id="3" name="Дата 2"/>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Пустой слайд">
    <p:spTree>
      <p:nvGrpSpPr>
        <p:cNvPr id="1" name=""/>
        <p:cNvGrpSpPr/>
        <p:nvPr/>
      </p:nvGrpSpPr>
      <p:grpSpPr bwMode="auto">
        <a:xfrm>
          <a:off x="0" y="0"/>
          <a:ext cx="0" cy="0"/>
          <a:chOff x="0" y="0"/>
          <a:chExt cx="0" cy="0"/>
        </a:xfrm>
      </p:grpSpPr>
      <p:sp>
        <p:nvSpPr>
          <p:cNvPr id="2" name="Дата 1"/>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3" name="Нижний колонтитул 2"/>
          <p:cNvSpPr>
            <a:spLocks noGrp="1"/>
          </p:cNvSpPr>
          <p:nvPr>
            <p:ph type="ftr" sz="quarter" idx="11"/>
          </p:nvPr>
        </p:nvSpPr>
        <p:spPr bwMode="auto"/>
        <p:txBody>
          <a:bodyPr/>
          <a:lstStyle/>
          <a:p>
            <a:pPr>
              <a:defRPr/>
            </a:pPr>
            <a:endParaRPr lang="ru-RU"/>
          </a:p>
        </p:txBody>
      </p:sp>
      <p:sp>
        <p:nvSpPr>
          <p:cNvPr id="4" name="Номер слайда 3"/>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Объект с подписью">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lang="ru-RU"/>
          </a:p>
        </p:txBody>
      </p:sp>
      <p:sp>
        <p:nvSpPr>
          <p:cNvPr id="3" name="Объект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Дата 4"/>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Рисунок с подписью">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9788" y="457200"/>
            <a:ext cx="3932237" cy="1600200"/>
          </a:xfrm>
        </p:spPr>
        <p:txBody>
          <a:bodyPr anchor="b"/>
          <a:lstStyle>
            <a:lvl1pPr>
              <a:defRPr sz="3200"/>
            </a:lvl1pPr>
          </a:lstStyle>
          <a:p>
            <a:pPr>
              <a:defRPr/>
            </a:pPr>
            <a:r>
              <a:rPr lang="ru-RU"/>
              <a:t>Образец заголовка</a:t>
            </a:r>
            <a:endParaRPr lang="ru-RU"/>
          </a:p>
        </p:txBody>
      </p:sp>
      <p:sp>
        <p:nvSpPr>
          <p:cNvPr id="3" name="Рисунок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ru-RU"/>
              <a:t>Нажмите, чтобы добавить изображение</a:t>
            </a:r>
            <a:endParaRPr lang="ru-RU"/>
          </a:p>
        </p:txBody>
      </p:sp>
      <p:sp>
        <p:nvSpPr>
          <p:cNvPr id="4" name="Текст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ru-RU"/>
              <a:t>Образец текста</a:t>
            </a:r>
            <a:endParaRPr/>
          </a:p>
        </p:txBody>
      </p:sp>
      <p:sp>
        <p:nvSpPr>
          <p:cNvPr id="5" name="Дата 4"/>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6" name="Нижний колонтитул 5"/>
          <p:cNvSpPr>
            <a:spLocks noGrp="1"/>
          </p:cNvSpPr>
          <p:nvPr>
            <p:ph type="ftr" sz="quarter" idx="11"/>
          </p:nvPr>
        </p:nvSpPr>
        <p:spPr bwMode="auto"/>
        <p:txBody>
          <a:bodyPr/>
          <a:lstStyle/>
          <a:p>
            <a:pPr>
              <a:defRPr/>
            </a:pPr>
            <a:endParaRPr lang="ru-RU"/>
          </a:p>
        </p:txBody>
      </p:sp>
      <p:sp>
        <p:nvSpPr>
          <p:cNvPr id="7" name="Номер слайда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Заголовок и вертикальный текст">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p:txBody>
          <a:bodyPr/>
          <a:lstStyle/>
          <a:p>
            <a:pPr>
              <a:defRPr/>
            </a:pPr>
            <a:r>
              <a:rPr lang="ru-RU"/>
              <a:t>Образец заголовка</a:t>
            </a:r>
            <a:endParaRPr lang="ru-RU"/>
          </a:p>
        </p:txBody>
      </p:sp>
      <p:sp>
        <p:nvSpPr>
          <p:cNvPr id="3" name="Вертикальный текст 2"/>
          <p:cNvSpPr>
            <a:spLocks noGrp="1"/>
          </p:cNvSpPr>
          <p:nvPr>
            <p:ph type="body" orient="vert" idx="1"/>
          </p:nvPr>
        </p:nvSpPr>
        <p:spPr bwMode="auto"/>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Дата 3"/>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Вертикальный заголовок и текст">
    <p:spTree>
      <p:nvGrpSpPr>
        <p:cNvPr id="1" name=""/>
        <p:cNvGrpSpPr/>
        <p:nvPr/>
      </p:nvGrpSpPr>
      <p:grpSpPr bwMode="auto">
        <a:xfrm>
          <a:off x="0" y="0"/>
          <a:ext cx="0" cy="0"/>
          <a:chOff x="0" y="0"/>
          <a:chExt cx="0" cy="0"/>
        </a:xfrm>
      </p:grpSpPr>
      <p:sp>
        <p:nvSpPr>
          <p:cNvPr id="2" name="Вертикальный заголовок 1"/>
          <p:cNvSpPr>
            <a:spLocks noGrp="1"/>
          </p:cNvSpPr>
          <p:nvPr>
            <p:ph type="title" orient="vert"/>
          </p:nvPr>
        </p:nvSpPr>
        <p:spPr bwMode="auto">
          <a:xfrm>
            <a:off x="8724900" y="365125"/>
            <a:ext cx="2628900" cy="5811838"/>
          </a:xfrm>
        </p:spPr>
        <p:txBody>
          <a:bodyPr vert="eaVert"/>
          <a:lstStyle/>
          <a:p>
            <a:pPr>
              <a:defRPr/>
            </a:pPr>
            <a:r>
              <a:rPr lang="ru-RU"/>
              <a:t>Образец заголовка</a:t>
            </a:r>
            <a:endParaRPr lang="ru-RU"/>
          </a:p>
        </p:txBody>
      </p:sp>
      <p:sp>
        <p:nvSpPr>
          <p:cNvPr id="3" name="Вертикальный текст 2"/>
          <p:cNvSpPr>
            <a:spLocks noGrp="1"/>
          </p:cNvSpPr>
          <p:nvPr>
            <p:ph type="body" orient="vert" idx="1"/>
          </p:nvPr>
        </p:nvSpPr>
        <p:spPr bwMode="auto">
          <a:xfrm>
            <a:off x="838200" y="365125"/>
            <a:ext cx="7734300" cy="5811838"/>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Дата 3"/>
          <p:cNvSpPr>
            <a:spLocks noGrp="1"/>
          </p:cNvSpPr>
          <p:nvPr>
            <p:ph type="dt" sz="half" idx="10"/>
          </p:nvPr>
        </p:nvSpPr>
        <p:spPr bwMode="auto"/>
        <p:txBody>
          <a:body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11"/>
          </p:nvPr>
        </p:nvSpPr>
        <p:spPr bwMode="auto"/>
        <p:txBody>
          <a:bodyPr/>
          <a:lstStyle/>
          <a:p>
            <a:pPr>
              <a:defRPr/>
            </a:pPr>
            <a:endParaRPr lang="ru-RU"/>
          </a:p>
        </p:txBody>
      </p:sp>
      <p:sp>
        <p:nvSpPr>
          <p:cNvPr id="6" name="Номер слайда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7F5E9"/>
        </a:solidFill>
      </p:bgPr>
    </p:bg>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ru-RU"/>
              <a:t>Образец заголовка</a:t>
            </a:r>
            <a:endParaRPr lang="ru-RU"/>
          </a:p>
        </p:txBody>
      </p:sp>
      <p:sp>
        <p:nvSpPr>
          <p:cNvPr id="3" name="Текст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ru-RU"/>
          </a:p>
        </p:txBody>
      </p:sp>
      <p:sp>
        <p:nvSpPr>
          <p:cNvPr id="4" name="Дата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ru-RU"/>
              <a:t>30.10.2013</a:t>
            </a:fld>
            <a:endParaRPr lang="ru-RU"/>
          </a:p>
        </p:txBody>
      </p:sp>
      <p:sp>
        <p:nvSpPr>
          <p:cNvPr id="5" name="Нижний колонтитул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ru-RU"/>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38000">
              <a:srgbClr val="F7F5E9"/>
            </a:gs>
            <a:gs pos="100000">
              <a:srgbClr val="F0E0C9"/>
            </a:gs>
          </a:gsLst>
          <a:path path="circle"/>
        </a:gradFill>
      </p:bgPr>
    </p:bg>
    <p:spTree>
      <p:nvGrpSpPr>
        <p:cNvPr id="1" name=""/>
        <p:cNvGrpSpPr/>
        <p:nvPr/>
      </p:nvGrpSpPr>
      <p:grpSpPr bwMode="auto">
        <a:xfrm>
          <a:off x="0" y="0"/>
          <a:ext cx="0" cy="0"/>
          <a:chOff x="0" y="0"/>
          <a:chExt cx="0" cy="0"/>
        </a:xfrm>
      </p:grpSpPr>
      <p:pic>
        <p:nvPicPr>
          <p:cNvPr id="1314197645" name=""/>
          <p:cNvPicPr>
            <a:picLocks noChangeAspect="1"/>
          </p:cNvPicPr>
          <p:nvPr/>
        </p:nvPicPr>
        <p:blipFill>
          <a:blip r:embed="rId3"/>
          <a:stretch/>
        </p:blipFill>
        <p:spPr bwMode="auto">
          <a:xfrm>
            <a:off x="0" y="0"/>
            <a:ext cx="12191999" cy="6858000"/>
          </a:xfrm>
          <a:prstGeom prst="rect">
            <a:avLst/>
          </a:prstGeom>
        </p:spPr>
      </p:pic>
      <p:sp>
        <p:nvSpPr>
          <p:cNvPr id="1847030284" name=""/>
          <p:cNvSpPr txBox="1"/>
          <p:nvPr/>
        </p:nvSpPr>
        <p:spPr bwMode="auto">
          <a:xfrm flipH="0" flipV="0">
            <a:off x="3387172" y="2170812"/>
            <a:ext cx="5602124" cy="155484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9600" b="1">
                <a:solidFill>
                  <a:srgbClr val="ED3E1F"/>
                </a:solidFill>
                <a:latin typeface="Times New Roman"/>
                <a:ea typeface="Times New Roman"/>
                <a:cs typeface="Times New Roman"/>
              </a:rPr>
              <a:t>C</a:t>
            </a:r>
            <a:r>
              <a:rPr lang="en-US" sz="9600" b="1">
                <a:solidFill>
                  <a:srgbClr val="ED3E1F"/>
                </a:solidFill>
                <a:latin typeface="Times New Roman"/>
                <a:ea typeface="Times New Roman"/>
                <a:cs typeface="Times New Roman"/>
              </a:rPr>
              <a:t>hristmas</a:t>
            </a:r>
            <a:endParaRPr>
              <a:solidFill>
                <a:srgbClr val="ED3E1F"/>
              </a:solidFill>
            </a:endParaRPr>
          </a:p>
        </p:txBody>
      </p:sp>
      <p:sp>
        <p:nvSpPr>
          <p:cNvPr id="592914399" name=""/>
          <p:cNvSpPr txBox="1"/>
          <p:nvPr/>
        </p:nvSpPr>
        <p:spPr bwMode="auto">
          <a:xfrm flipH="0" flipV="0">
            <a:off x="4087163" y="3621356"/>
            <a:ext cx="4204301" cy="8233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2400" b="0" i="0" u="none" strike="noStrike" cap="none" spc="0">
                <a:solidFill>
                  <a:srgbClr val="ED3E1F"/>
                </a:solidFill>
                <a:latin typeface="Times New Roman"/>
                <a:ea typeface="Times New Roman"/>
                <a:cs typeface="Times New Roman"/>
              </a:rPr>
              <a:t>A title for your presentation with</a:t>
            </a:r>
            <a:br>
              <a:rPr lang="en-US" sz="2400" b="0" i="0" u="none" strike="noStrike" cap="none" spc="0">
                <a:solidFill>
                  <a:srgbClr val="ED3E1F"/>
                </a:solidFill>
                <a:latin typeface="Times New Roman"/>
                <a:ea typeface="Times New Roman"/>
                <a:cs typeface="Times New Roman"/>
              </a:rPr>
            </a:br>
            <a:r>
              <a:rPr lang="en-US" sz="2400" b="0" i="0" u="none" strike="noStrike" cap="none" spc="0">
                <a:solidFill>
                  <a:srgbClr val="ED3E1F"/>
                </a:solidFill>
                <a:latin typeface="Times New Roman"/>
                <a:ea typeface="Times New Roman"/>
                <a:cs typeface="Times New Roman"/>
              </a:rPr>
              <a:t> a festive twist</a:t>
            </a:r>
            <a:endParaRPr/>
          </a:p>
        </p:txBody>
      </p:sp>
      <p:sp>
        <p:nvSpPr>
          <p:cNvPr id="576978243" name=""/>
          <p:cNvSpPr txBox="1"/>
          <p:nvPr/>
        </p:nvSpPr>
        <p:spPr bwMode="auto">
          <a:xfrm flipH="0" flipV="0">
            <a:off x="5674183" y="1783167"/>
            <a:ext cx="843992" cy="48803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ru-RU" sz="2600" b="0" i="0" u="none" strike="noStrike" cap="none" spc="0">
                <a:solidFill>
                  <a:srgbClr val="ED3E1F"/>
                </a:solidFill>
                <a:latin typeface="Times New Roman"/>
                <a:ea typeface="Times New Roman"/>
                <a:cs typeface="Times New Roman"/>
              </a:rPr>
              <a:t>2025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9001014" name=""/>
          <p:cNvSpPr txBox="1"/>
          <p:nvPr/>
        </p:nvSpPr>
        <p:spPr bwMode="auto">
          <a:xfrm rot="0" flipH="0" flipV="0">
            <a:off x="3654000" y="648000"/>
            <a:ext cx="4885093" cy="609959"/>
          </a:xfrm>
          <a:prstGeom prst="rect">
            <a:avLst/>
          </a:prstGeom>
          <a:noFill/>
        </p:spPr>
        <p:txBody>
          <a:bodyPr vertOverflow="overflow" horzOverflow="overflow" vert="horz" wrap="none" lIns="0" tIns="0" rIns="0" bIns="0" numCol="1" spcCol="0" rtlCol="0" fromWordArt="0" anchor="t" anchorCtr="0" forceAA="0" upright="0" compatLnSpc="0">
            <a:spAutoFit/>
          </a:bodyPr>
          <a:p>
            <a:pPr algn="ctr">
              <a:defRPr/>
            </a:pPr>
            <a:r>
              <a:rPr lang="en-US" sz="3400" b="1" i="0" u="none" strike="noStrike" cap="none" spc="0">
                <a:solidFill>
                  <a:srgbClr val="ED3E1F"/>
                </a:solidFill>
                <a:latin typeface="Times New Roman"/>
                <a:ea typeface="Times New Roman"/>
                <a:cs typeface="Times New Roman"/>
              </a:rPr>
              <a:t>Why we love Christmas ?</a:t>
            </a:r>
            <a:endParaRPr>
              <a:solidFill>
                <a:srgbClr val="ED3E1F"/>
              </a:solidFill>
            </a:endParaRPr>
          </a:p>
        </p:txBody>
      </p:sp>
      <p:sp>
        <p:nvSpPr>
          <p:cNvPr id="302489014" name=""/>
          <p:cNvSpPr/>
          <p:nvPr/>
        </p:nvSpPr>
        <p:spPr bwMode="auto">
          <a:xfrm flipH="0" flipV="0">
            <a:off x="253630" y="244175"/>
            <a:ext cx="11684738" cy="6369647"/>
          </a:xfrm>
          <a:prstGeom prst="rect">
            <a:avLst/>
          </a:prstGeom>
          <a:noFill/>
          <a:ln w="28575" cap="flat" cmpd="sng" algn="ctr">
            <a:solidFill>
              <a:srgbClr val="FA3E1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290934320" name=""/>
          <p:cNvPicPr>
            <a:picLocks noChangeAspect="1"/>
          </p:cNvPicPr>
          <p:nvPr/>
        </p:nvPicPr>
        <p:blipFill>
          <a:blip r:embed="rId3"/>
          <a:stretch/>
        </p:blipFill>
        <p:spPr bwMode="auto">
          <a:xfrm rot="16711091" flipH="0" flipV="0">
            <a:off x="191411" y="318478"/>
            <a:ext cx="1509592" cy="1428555"/>
          </a:xfrm>
          <a:prstGeom prst="rect">
            <a:avLst/>
          </a:prstGeom>
        </p:spPr>
      </p:pic>
      <p:grpSp>
        <p:nvGrpSpPr>
          <p:cNvPr id="1117317896" name=""/>
          <p:cNvGrpSpPr/>
          <p:nvPr/>
        </p:nvGrpSpPr>
        <p:grpSpPr bwMode="auto">
          <a:xfrm>
            <a:off x="1315078" y="1980468"/>
            <a:ext cx="7604056" cy="648810"/>
            <a:chOff x="0" y="0"/>
            <a:chExt cx="7604056" cy="648810"/>
          </a:xfrm>
        </p:grpSpPr>
        <p:sp>
          <p:nvSpPr>
            <p:cNvPr id="1877858847" name=""/>
            <p:cNvSpPr/>
            <p:nvPr/>
          </p:nvSpPr>
          <p:spPr bwMode="auto">
            <a:xfrm flipH="0" flipV="0">
              <a:off x="1048348" y="34665"/>
              <a:ext cx="6555707" cy="579479"/>
            </a:xfrm>
            <a:prstGeom prst="rect">
              <a:avLst/>
            </a:prstGeom>
            <a:grpFill/>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600" b="0" i="0" u="none">
                  <a:solidFill>
                    <a:srgbClr val="ED3E1F"/>
                  </a:solidFill>
                  <a:latin typeface="Times New Roman"/>
                  <a:ea typeface="Times New Roman"/>
                  <a:cs typeface="Times New Roman"/>
                </a:rPr>
                <a:t>Christmas is one of the most magical and widely celebrated winter holidays. </a:t>
              </a:r>
              <a:r>
                <a:rPr sz="1600" b="0" i="0" u="none">
                  <a:solidFill>
                    <a:srgbClr val="ED3E1F"/>
                  </a:solidFill>
                  <a:latin typeface="Times New Roman"/>
                  <a:ea typeface="Times New Roman"/>
                  <a:cs typeface="Times New Roman"/>
                </a:rPr>
                <a:t>For many, it’s a season of hope and creating cherished memories.</a:t>
              </a:r>
              <a:endParaRPr sz="1600">
                <a:solidFill>
                  <a:srgbClr val="ED3E1F"/>
                </a:solidFill>
              </a:endParaRPr>
            </a:p>
          </p:txBody>
        </p:sp>
        <p:pic>
          <p:nvPicPr>
            <p:cNvPr id="1325247907" name=""/>
            <p:cNvPicPr>
              <a:picLocks noChangeAspect="1"/>
            </p:cNvPicPr>
            <p:nvPr/>
          </p:nvPicPr>
          <p:blipFill>
            <a:blip r:embed="rId4"/>
            <a:stretch/>
          </p:blipFill>
          <p:spPr bwMode="auto">
            <a:xfrm rot="0" flipH="0" flipV="0">
              <a:off x="0" y="0"/>
              <a:ext cx="672633" cy="648810"/>
            </a:xfrm>
            <a:prstGeom prst="rect">
              <a:avLst/>
            </a:prstGeom>
          </p:spPr>
        </p:pic>
      </p:grpSp>
      <p:grpSp>
        <p:nvGrpSpPr>
          <p:cNvPr id="1794481796" name=""/>
          <p:cNvGrpSpPr/>
          <p:nvPr/>
        </p:nvGrpSpPr>
        <p:grpSpPr bwMode="auto">
          <a:xfrm>
            <a:off x="1315077" y="2943864"/>
            <a:ext cx="7958083" cy="1067159"/>
            <a:chOff x="0" y="0"/>
            <a:chExt cx="7958083" cy="1067159"/>
          </a:xfrm>
        </p:grpSpPr>
        <p:sp>
          <p:nvSpPr>
            <p:cNvPr id="383344275" name=""/>
            <p:cNvSpPr/>
            <p:nvPr/>
          </p:nvSpPr>
          <p:spPr bwMode="auto">
            <a:xfrm flipH="0" flipV="0">
              <a:off x="1048347" y="0"/>
              <a:ext cx="6909735" cy="1067159"/>
            </a:xfrm>
            <a:prstGeom prst="rect">
              <a:avLst/>
            </a:prstGeom>
            <a:grpFill/>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lang="en-US" sz="1600" b="0" i="0" u="none" strike="noStrike" cap="none" spc="0">
                  <a:solidFill>
                    <a:srgbClr val="ED3E1F"/>
                  </a:solidFill>
                  <a:latin typeface="Times New Roman"/>
                  <a:ea typeface="Times New Roman"/>
                  <a:cs typeface="Times New Roman"/>
                </a:rPr>
                <a:t>Decorating the home </a:t>
              </a:r>
              <a:r>
                <a:rPr lang="en-US" sz="1600" b="0" i="0" u="none" strike="noStrike" cap="none" spc="0">
                  <a:solidFill>
                    <a:srgbClr val="ED3E1F"/>
                  </a:solidFill>
                  <a:latin typeface="Times New Roman"/>
                  <a:ea typeface="Times New Roman"/>
                  <a:cs typeface="Times New Roman"/>
                </a:rPr>
                <a:t>and Christmas tree </a:t>
              </a:r>
              <a:r>
                <a:rPr lang="en-US" sz="1600" b="0" i="0" u="none" strike="noStrike" cap="none" spc="0">
                  <a:solidFill>
                    <a:srgbClr val="ED3E1F"/>
                  </a:solidFill>
                  <a:latin typeface="Times New Roman"/>
                  <a:ea typeface="Times New Roman"/>
                  <a:cs typeface="Times New Roman"/>
                </a:rPr>
                <a:t>with garlands, lights,</a:t>
              </a:r>
              <a:r>
                <a:rPr lang="en-US" sz="1600" b="0" i="0" u="none" strike="noStrike" cap="none" spc="0">
                  <a:solidFill>
                    <a:srgbClr val="ED3E1F"/>
                  </a:solidFill>
                  <a:latin typeface="Times New Roman"/>
                  <a:ea typeface="Times New Roman"/>
                  <a:cs typeface="Times New Roman"/>
                </a:rPr>
                <a:t> balls</a:t>
              </a:r>
              <a:r>
                <a:rPr lang="en-US" sz="1600" b="0" i="0" u="none" strike="noStrike" cap="none" spc="0">
                  <a:solidFill>
                    <a:srgbClr val="ED3E1F"/>
                  </a:solidFill>
                  <a:latin typeface="Times New Roman"/>
                  <a:ea typeface="Times New Roman"/>
                  <a:cs typeface="Times New Roman"/>
                </a:rPr>
                <a:t> and ornaments is one of the most beloved traditions. </a:t>
              </a:r>
              <a:r>
                <a:rPr lang="en-US" sz="1600" b="0" i="0" u="none" strike="noStrike" cap="none" spc="0">
                  <a:solidFill>
                    <a:srgbClr val="ED3E1F"/>
                  </a:solidFill>
                  <a:latin typeface="Times New Roman"/>
                  <a:ea typeface="Times New Roman"/>
                  <a:cs typeface="Times New Roman"/>
                </a:rPr>
                <a:t>Gift-giving is another cornerstone of the celebration. People exchange thoughtful presents, accompanied by heartfelt cards and warm wishes.</a:t>
              </a:r>
              <a:endParaRPr lang="en-US" sz="1600" b="0" i="0" u="none" strike="noStrike" cap="none" spc="0">
                <a:solidFill>
                  <a:srgbClr val="ED3E1F"/>
                </a:solidFill>
                <a:latin typeface="Times New Roman"/>
                <a:cs typeface="Times New Roman"/>
              </a:endParaRPr>
            </a:p>
          </p:txBody>
        </p:sp>
        <p:pic>
          <p:nvPicPr>
            <p:cNvPr id="1153784094" name=""/>
            <p:cNvPicPr>
              <a:picLocks noChangeAspect="1"/>
            </p:cNvPicPr>
            <p:nvPr/>
          </p:nvPicPr>
          <p:blipFill>
            <a:blip r:embed="rId4"/>
            <a:stretch/>
          </p:blipFill>
          <p:spPr bwMode="auto">
            <a:xfrm rot="0" flipH="0" flipV="0">
              <a:off x="0" y="209173"/>
              <a:ext cx="672633" cy="648810"/>
            </a:xfrm>
            <a:prstGeom prst="rect">
              <a:avLst/>
            </a:prstGeom>
          </p:spPr>
        </p:pic>
      </p:grpSp>
      <p:grpSp>
        <p:nvGrpSpPr>
          <p:cNvPr id="661437726" name=""/>
          <p:cNvGrpSpPr/>
          <p:nvPr/>
        </p:nvGrpSpPr>
        <p:grpSpPr bwMode="auto">
          <a:xfrm>
            <a:off x="1315078" y="4394945"/>
            <a:ext cx="8053335" cy="823320"/>
            <a:chOff x="0" y="0"/>
            <a:chExt cx="8053335" cy="823320"/>
          </a:xfrm>
        </p:grpSpPr>
        <p:sp>
          <p:nvSpPr>
            <p:cNvPr id="2029894129" name=""/>
            <p:cNvSpPr/>
            <p:nvPr/>
          </p:nvSpPr>
          <p:spPr bwMode="auto">
            <a:xfrm flipH="0" flipV="0">
              <a:off x="1048348" y="0"/>
              <a:ext cx="7004986" cy="823320"/>
            </a:xfrm>
            <a:prstGeom prst="rect">
              <a:avLst/>
            </a:prstGeom>
            <a:grpFill/>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600" b="0" i="0" u="none">
                  <a:solidFill>
                    <a:srgbClr val="ED3E1F"/>
                  </a:solidFill>
                  <a:latin typeface="Times New Roman"/>
                  <a:ea typeface="Times New Roman"/>
                  <a:cs typeface="Times New Roman"/>
                </a:rPr>
                <a:t>One of the most enchanting aspects of Christmas is the story of Santa Claus, who is said to bring gifts to children who have been good throughout the year. His sleigh, led by reindeer, is a delightful symbol of holiday magic.</a:t>
              </a:r>
              <a:endParaRPr sz="1600">
                <a:solidFill>
                  <a:srgbClr val="ED3E1F"/>
                </a:solidFill>
              </a:endParaRPr>
            </a:p>
          </p:txBody>
        </p:sp>
        <p:pic>
          <p:nvPicPr>
            <p:cNvPr id="983725034" name=""/>
            <p:cNvPicPr>
              <a:picLocks noChangeAspect="1"/>
            </p:cNvPicPr>
            <p:nvPr/>
          </p:nvPicPr>
          <p:blipFill>
            <a:blip r:embed="rId4"/>
            <a:stretch/>
          </p:blipFill>
          <p:spPr bwMode="auto">
            <a:xfrm rot="0" flipH="0" flipV="0">
              <a:off x="0" y="87254"/>
              <a:ext cx="672633" cy="648810"/>
            </a:xfrm>
            <a:prstGeom prst="rect">
              <a:avLst/>
            </a:prstGeom>
          </p:spPr>
        </p:pic>
      </p:grpSp>
      <p:pic>
        <p:nvPicPr>
          <p:cNvPr id="1273162782" name=""/>
          <p:cNvPicPr>
            <a:picLocks noChangeAspect="1"/>
          </p:cNvPicPr>
          <p:nvPr/>
        </p:nvPicPr>
        <p:blipFill>
          <a:blip r:embed="rId5"/>
          <a:stretch/>
        </p:blipFill>
        <p:spPr bwMode="auto">
          <a:xfrm rot="119977" flipH="0" flipV="0">
            <a:off x="10224317" y="627247"/>
            <a:ext cx="1323904" cy="3439422"/>
          </a:xfrm>
          <a:prstGeom prst="rect">
            <a:avLst/>
          </a:prstGeom>
        </p:spPr>
      </p:pic>
      <p:grpSp>
        <p:nvGrpSpPr>
          <p:cNvPr id="365867710" name=""/>
          <p:cNvGrpSpPr/>
          <p:nvPr/>
        </p:nvGrpSpPr>
        <p:grpSpPr bwMode="auto">
          <a:xfrm>
            <a:off x="9567444" y="4291881"/>
            <a:ext cx="2107662" cy="2106186"/>
            <a:chOff x="0" y="0"/>
            <a:chExt cx="2107662" cy="2106186"/>
          </a:xfrm>
        </p:grpSpPr>
        <p:sp>
          <p:nvSpPr>
            <p:cNvPr id="1641551076" name=""/>
            <p:cNvSpPr/>
            <p:nvPr/>
          </p:nvSpPr>
          <p:spPr bwMode="auto">
            <a:xfrm rot="669398" flipH="0" flipV="0">
              <a:off x="0" y="0"/>
              <a:ext cx="2106187" cy="2106187"/>
            </a:xfrm>
            <a:prstGeom prst="flowChartConnector">
              <a:avLst/>
            </a:prstGeom>
            <a:solidFill>
              <a:srgbClr val="ED3E1F">
                <a:alpha val="99999"/>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pic>
          <p:nvPicPr>
            <p:cNvPr id="411393952" name=""/>
            <p:cNvPicPr>
              <a:picLocks noChangeAspect="1"/>
            </p:cNvPicPr>
            <p:nvPr/>
          </p:nvPicPr>
          <p:blipFill>
            <a:blip r:embed="rId6"/>
            <a:stretch/>
          </p:blipFill>
          <p:spPr bwMode="auto">
            <a:xfrm rot="0" flipH="0" flipV="0">
              <a:off x="86569" y="89618"/>
              <a:ext cx="2021093" cy="2014717"/>
            </a:xfrm>
            <a:prstGeom prst="rect">
              <a:avLst/>
            </a:prstGeom>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ED3E1F"/>
        </a:solidFill>
      </p:bgPr>
    </p:bg>
    <p:spTree>
      <p:nvGrpSpPr>
        <p:cNvPr id="1" name=""/>
        <p:cNvGrpSpPr/>
        <p:nvPr/>
      </p:nvGrpSpPr>
      <p:grpSpPr bwMode="auto">
        <a:xfrm>
          <a:off x="0" y="0"/>
          <a:ext cx="0" cy="0"/>
          <a:chOff x="0" y="0"/>
          <a:chExt cx="0" cy="0"/>
        </a:xfrm>
      </p:grpSpPr>
      <p:sp>
        <p:nvSpPr>
          <p:cNvPr id="919265870" name=""/>
          <p:cNvSpPr txBox="1"/>
          <p:nvPr/>
        </p:nvSpPr>
        <p:spPr bwMode="auto">
          <a:xfrm flipH="0" flipV="0">
            <a:off x="7617987" y="1529639"/>
            <a:ext cx="70881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b="1" i="0">
                <a:solidFill>
                  <a:srgbClr val="F7F5E9"/>
                </a:solidFill>
                <a:latin typeface="Arial"/>
                <a:ea typeface="Arial"/>
                <a:cs typeface="Arial"/>
              </a:rPr>
              <a:t>5</a:t>
            </a:r>
            <a:r>
              <a:rPr sz="2400" b="0" i="0">
                <a:solidFill>
                  <a:srgbClr val="F7F5E9"/>
                </a:solidFill>
                <a:latin typeface="Arial"/>
                <a:ea typeface="Arial"/>
                <a:cs typeface="Arial"/>
              </a:rPr>
              <a:t> %</a:t>
            </a:r>
            <a:endParaRPr sz="2800" b="1">
              <a:solidFill>
                <a:srgbClr val="F7F5E9"/>
              </a:solidFill>
              <a:latin typeface="Times New Roman"/>
              <a:cs typeface="Times New Roman"/>
            </a:endParaRPr>
          </a:p>
        </p:txBody>
      </p:sp>
      <p:sp>
        <p:nvSpPr>
          <p:cNvPr id="745799145" name=""/>
          <p:cNvSpPr txBox="1"/>
          <p:nvPr/>
        </p:nvSpPr>
        <p:spPr bwMode="auto">
          <a:xfrm flipH="0" flipV="0">
            <a:off x="6368471" y="3384324"/>
            <a:ext cx="878326"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b="1">
                <a:solidFill>
                  <a:srgbClr val="F7F5E9"/>
                </a:solidFill>
                <a:latin typeface="Arial"/>
                <a:ea typeface="Arial"/>
                <a:cs typeface="Arial"/>
              </a:rPr>
              <a:t>15 </a:t>
            </a:r>
            <a:r>
              <a:rPr sz="2400" b="0">
                <a:solidFill>
                  <a:srgbClr val="F7F5E9"/>
                </a:solidFill>
                <a:latin typeface="Arial"/>
                <a:ea typeface="Arial"/>
                <a:cs typeface="Arial"/>
              </a:rPr>
              <a:t>%</a:t>
            </a:r>
            <a:endParaRPr/>
          </a:p>
        </p:txBody>
      </p:sp>
      <p:sp>
        <p:nvSpPr>
          <p:cNvPr id="1964188339" name=""/>
          <p:cNvSpPr txBox="1"/>
          <p:nvPr/>
        </p:nvSpPr>
        <p:spPr bwMode="auto">
          <a:xfrm flipH="0" flipV="0">
            <a:off x="5828471" y="4477707"/>
            <a:ext cx="878326"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b="1">
                <a:solidFill>
                  <a:srgbClr val="F7F5E9"/>
                </a:solidFill>
                <a:latin typeface="Arial"/>
                <a:ea typeface="Arial"/>
                <a:cs typeface="Arial"/>
              </a:rPr>
              <a:t>25 </a:t>
            </a:r>
            <a:r>
              <a:rPr sz="2400" b="0">
                <a:solidFill>
                  <a:srgbClr val="F7F5E9"/>
                </a:solidFill>
                <a:latin typeface="Arial"/>
                <a:ea typeface="Arial"/>
                <a:cs typeface="Arial"/>
              </a:rPr>
              <a:t>%</a:t>
            </a:r>
            <a:endParaRPr sz="2400">
              <a:latin typeface="Arial"/>
              <a:cs typeface="Arial"/>
            </a:endParaRPr>
          </a:p>
        </p:txBody>
      </p:sp>
      <p:sp>
        <p:nvSpPr>
          <p:cNvPr id="1565830276" name=""/>
          <p:cNvSpPr txBox="1"/>
          <p:nvPr/>
        </p:nvSpPr>
        <p:spPr bwMode="auto">
          <a:xfrm flipH="0" flipV="0">
            <a:off x="6908471" y="2408040"/>
            <a:ext cx="878326"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b="1">
                <a:solidFill>
                  <a:srgbClr val="F7F5E9"/>
                </a:solidFill>
                <a:latin typeface="Arial"/>
                <a:ea typeface="Arial"/>
                <a:cs typeface="Arial"/>
              </a:rPr>
              <a:t>10 </a:t>
            </a:r>
            <a:r>
              <a:rPr sz="2400" b="0">
                <a:solidFill>
                  <a:srgbClr val="F7F5E9"/>
                </a:solidFill>
                <a:latin typeface="Arial"/>
                <a:ea typeface="Arial"/>
                <a:cs typeface="Arial"/>
              </a:rPr>
              <a:t>%</a:t>
            </a:r>
            <a:endParaRPr sz="2800" b="1">
              <a:solidFill>
                <a:srgbClr val="F7F5E9"/>
              </a:solidFill>
              <a:latin typeface="Times New Roman"/>
              <a:cs typeface="Times New Roman"/>
            </a:endParaRPr>
          </a:p>
        </p:txBody>
      </p:sp>
      <p:sp>
        <p:nvSpPr>
          <p:cNvPr id="449715684" name=""/>
          <p:cNvSpPr txBox="1"/>
          <p:nvPr/>
        </p:nvSpPr>
        <p:spPr bwMode="auto">
          <a:xfrm flipH="0" flipV="0">
            <a:off x="5288471" y="5406839"/>
            <a:ext cx="878326"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b="1">
                <a:solidFill>
                  <a:srgbClr val="F7F5E9"/>
                </a:solidFill>
                <a:latin typeface="Arial"/>
                <a:ea typeface="Arial"/>
                <a:cs typeface="Arial"/>
              </a:rPr>
              <a:t>45 </a:t>
            </a:r>
            <a:r>
              <a:rPr sz="2400" b="0">
                <a:solidFill>
                  <a:srgbClr val="F7F5E9"/>
                </a:solidFill>
                <a:latin typeface="Arial"/>
                <a:ea typeface="Arial"/>
                <a:cs typeface="Arial"/>
              </a:rPr>
              <a:t>%</a:t>
            </a:r>
            <a:endParaRPr b="0"/>
          </a:p>
        </p:txBody>
      </p:sp>
      <p:sp>
        <p:nvSpPr>
          <p:cNvPr id="2080614616" name=""/>
          <p:cNvSpPr txBox="1"/>
          <p:nvPr/>
        </p:nvSpPr>
        <p:spPr bwMode="auto">
          <a:xfrm rot="0" flipH="0" flipV="0">
            <a:off x="3157199" y="648000"/>
            <a:ext cx="5892480" cy="609959"/>
          </a:xfrm>
          <a:prstGeom prst="rect">
            <a:avLst/>
          </a:prstGeom>
          <a:noFill/>
        </p:spPr>
        <p:txBody>
          <a:bodyPr vertOverflow="overflow" horzOverflow="overflow" vert="horz" wrap="none" lIns="0" tIns="0" rIns="0" bIns="0" numCol="1" spcCol="0" rtlCol="0" fromWordArt="0" anchor="t" anchorCtr="0" forceAA="0" upright="0" compatLnSpc="0">
            <a:spAutoFit/>
          </a:bodyPr>
          <a:p>
            <a:pPr algn="ctr">
              <a:defRPr/>
            </a:pPr>
            <a:r>
              <a:rPr lang="en-US" sz="3400" b="1" i="0" u="none" strike="noStrike" cap="none" spc="0">
                <a:solidFill>
                  <a:srgbClr val="F7F5E9"/>
                </a:solidFill>
                <a:latin typeface="Times New Roman"/>
                <a:ea typeface="Times New Roman"/>
                <a:cs typeface="Times New Roman"/>
              </a:rPr>
              <a:t>The Recipe of Christmas Vibes</a:t>
            </a:r>
            <a:endParaRPr>
              <a:solidFill>
                <a:srgbClr val="F7F5E9"/>
              </a:solidFill>
            </a:endParaRPr>
          </a:p>
        </p:txBody>
      </p:sp>
      <p:sp>
        <p:nvSpPr>
          <p:cNvPr id="1287798908" name=""/>
          <p:cNvSpPr/>
          <p:nvPr/>
        </p:nvSpPr>
        <p:spPr bwMode="auto">
          <a:xfrm flipH="0" flipV="0">
            <a:off x="253631" y="244173"/>
            <a:ext cx="11684737" cy="6369646"/>
          </a:xfrm>
          <a:prstGeom prst="rect">
            <a:avLst/>
          </a:prstGeom>
          <a:noFill/>
          <a:ln w="28575" cap="flat" cmpd="sng" algn="ctr">
            <a:solidFill>
              <a:srgbClr val="F0E9D6"/>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46861373" name="Shape"/>
          <p:cNvSpPr/>
          <p:nvPr/>
        </p:nvSpPr>
        <p:spPr bwMode="auto">
          <a:xfrm rot="0" flipH="0" flipV="0">
            <a:off x="8398594" y="1636504"/>
            <a:ext cx="769814" cy="768731"/>
          </a:xfrm>
          <a:custGeom>
            <a:avLst/>
            <a:gdLst/>
            <a:ahLst/>
            <a:cxnLst>
              <a:cxn ang="0">
                <a:pos x="wd2" y="hd2"/>
              </a:cxn>
              <a:cxn ang="5400000">
                <a:pos x="wd2" y="hd2"/>
              </a:cxn>
              <a:cxn ang="10800000">
                <a:pos x="wd2" y="hd2"/>
              </a:cxn>
              <a:cxn ang="16200000">
                <a:pos x="wd2" y="hd2"/>
              </a:cxn>
            </a:cxnLst>
            <a:rect l="0" t="0" r="r" b="b"/>
            <a:pathLst>
              <a:path w="20616" h="21278" fill="norm" stroke="1" extrusionOk="0">
                <a:moveTo>
                  <a:pt x="388" y="17110"/>
                </a:moveTo>
                <a:lnTo>
                  <a:pt x="9162" y="853"/>
                </a:lnTo>
                <a:cubicBezTo>
                  <a:pt x="9764" y="-284"/>
                  <a:pt x="10852" y="-284"/>
                  <a:pt x="11454" y="853"/>
                </a:cubicBezTo>
                <a:lnTo>
                  <a:pt x="20228" y="17110"/>
                </a:lnTo>
                <a:cubicBezTo>
                  <a:pt x="21108" y="18739"/>
                  <a:pt x="20390" y="21278"/>
                  <a:pt x="19071" y="21278"/>
                </a:cubicBezTo>
                <a:lnTo>
                  <a:pt x="1522" y="21278"/>
                </a:lnTo>
                <a:cubicBezTo>
                  <a:pt x="226" y="21316"/>
                  <a:pt x="-492" y="18739"/>
                  <a:pt x="388" y="17110"/>
                </a:cubicBezTo>
                <a:close/>
              </a:path>
            </a:pathLst>
          </a:custGeom>
          <a:gradFill>
            <a:gsLst>
              <a:gs pos="24000">
                <a:srgbClr val="F0E9D6"/>
              </a:gs>
              <a:gs pos="100000">
                <a:srgbClr val="ED3E1F"/>
              </a:gs>
            </a:gsLst>
            <a:lin ang="5400000" scaled="1"/>
          </a:gradFill>
          <a:ln w="12700">
            <a:miter lim="400000"/>
          </a:ln>
          <a:effectLst/>
        </p:spPr>
        <p:txBody>
          <a:bodyPr lIns="38097" tIns="38097" rIns="38097" bIns="38097" anchor="ctr"/>
          <a:ls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sz="2800">
              <a:solidFill>
                <a:srgbClr val="FFFFFF"/>
              </a:solidFill>
            </a:endParaRPr>
          </a:p>
        </p:txBody>
      </p:sp>
      <p:sp>
        <p:nvSpPr>
          <p:cNvPr id="384461542" name="Shape"/>
          <p:cNvSpPr/>
          <p:nvPr/>
        </p:nvSpPr>
        <p:spPr bwMode="auto">
          <a:xfrm rot="0" flipH="0" flipV="0">
            <a:off x="7809032" y="2569747"/>
            <a:ext cx="1948937" cy="814576"/>
          </a:xfrm>
          <a:custGeom>
            <a:avLst/>
            <a:gdLst/>
            <a:ahLst/>
            <a:cxnLst>
              <a:cxn ang="0">
                <a:pos x="wd2" y="hd2"/>
              </a:cxn>
              <a:cxn ang="5400000">
                <a:pos x="wd2" y="hd2"/>
              </a:cxn>
              <a:cxn ang="10800000">
                <a:pos x="wd2" y="hd2"/>
              </a:cxn>
              <a:cxn ang="16200000">
                <a:pos x="wd2" y="hd2"/>
              </a:cxn>
            </a:cxnLst>
            <a:rect l="0" t="0" r="r" b="b"/>
            <a:pathLst>
              <a:path w="21200" h="21600" fill="norm" stroke="1" extrusionOk="0">
                <a:moveTo>
                  <a:pt x="4474" y="0"/>
                </a:moveTo>
                <a:lnTo>
                  <a:pt x="16726" y="0"/>
                </a:lnTo>
                <a:cubicBezTo>
                  <a:pt x="16905" y="0"/>
                  <a:pt x="17074" y="290"/>
                  <a:pt x="17197" y="799"/>
                </a:cubicBezTo>
                <a:lnTo>
                  <a:pt x="21043" y="17607"/>
                </a:lnTo>
                <a:cubicBezTo>
                  <a:pt x="21400" y="19168"/>
                  <a:pt x="21108" y="21600"/>
                  <a:pt x="20572" y="21600"/>
                </a:cubicBezTo>
                <a:lnTo>
                  <a:pt x="628" y="21600"/>
                </a:lnTo>
                <a:cubicBezTo>
                  <a:pt x="92" y="21600"/>
                  <a:pt x="-200" y="19168"/>
                  <a:pt x="157" y="17607"/>
                </a:cubicBezTo>
                <a:lnTo>
                  <a:pt x="4003" y="799"/>
                </a:lnTo>
                <a:cubicBezTo>
                  <a:pt x="4126" y="327"/>
                  <a:pt x="4295" y="0"/>
                  <a:pt x="4474" y="0"/>
                </a:cubicBezTo>
                <a:close/>
              </a:path>
            </a:pathLst>
          </a:custGeom>
          <a:gradFill>
            <a:gsLst>
              <a:gs pos="17000">
                <a:srgbClr val="F0E9D6"/>
              </a:gs>
              <a:gs pos="100000">
                <a:srgbClr val="ED3E1F"/>
              </a:gs>
            </a:gsLst>
            <a:lin ang="5400000" scaled="1"/>
          </a:gradFill>
          <a:ln w="12700">
            <a:miter lim="400000"/>
          </a:ln>
          <a:effectLst/>
        </p:spPr>
        <p:txBody>
          <a:bodyPr lIns="38097" tIns="38097" rIns="38097" bIns="38097" anchor="ctr"/>
          <a:ls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sz="2800">
              <a:solidFill>
                <a:srgbClr val="FFFFFF"/>
              </a:solidFill>
            </a:endParaRPr>
          </a:p>
        </p:txBody>
      </p:sp>
      <p:sp>
        <p:nvSpPr>
          <p:cNvPr id="1114794407" name="Shape"/>
          <p:cNvSpPr/>
          <p:nvPr/>
        </p:nvSpPr>
        <p:spPr bwMode="auto">
          <a:xfrm rot="0" flipH="0" flipV="0">
            <a:off x="7220322" y="3548837"/>
            <a:ext cx="3126357" cy="814576"/>
          </a:xfrm>
          <a:custGeom>
            <a:avLst/>
            <a:gdLst/>
            <a:ahLst/>
            <a:cxnLst>
              <a:cxn ang="0">
                <a:pos x="wd2" y="hd2"/>
              </a:cxn>
              <a:cxn ang="5400000">
                <a:pos x="wd2" y="hd2"/>
              </a:cxn>
              <a:cxn ang="10800000">
                <a:pos x="wd2" y="hd2"/>
              </a:cxn>
              <a:cxn ang="16200000">
                <a:pos x="wd2" y="hd2"/>
              </a:cxn>
            </a:cxnLst>
            <a:rect l="0" t="0" r="r" b="b"/>
            <a:pathLst>
              <a:path w="21349" h="21600" fill="norm" stroke="1" extrusionOk="0">
                <a:moveTo>
                  <a:pt x="2808" y="0"/>
                </a:moveTo>
                <a:lnTo>
                  <a:pt x="18540" y="0"/>
                </a:lnTo>
                <a:cubicBezTo>
                  <a:pt x="18652" y="0"/>
                  <a:pt x="18759" y="290"/>
                  <a:pt x="18835" y="799"/>
                </a:cubicBezTo>
                <a:lnTo>
                  <a:pt x="21250" y="17607"/>
                </a:lnTo>
                <a:cubicBezTo>
                  <a:pt x="21474" y="19168"/>
                  <a:pt x="21291" y="21600"/>
                  <a:pt x="20955" y="21600"/>
                </a:cubicBezTo>
                <a:lnTo>
                  <a:pt x="393" y="21600"/>
                </a:lnTo>
                <a:cubicBezTo>
                  <a:pt x="57" y="21600"/>
                  <a:pt x="-126" y="19168"/>
                  <a:pt x="98" y="17607"/>
                </a:cubicBezTo>
                <a:lnTo>
                  <a:pt x="2513" y="799"/>
                </a:lnTo>
                <a:cubicBezTo>
                  <a:pt x="2589" y="327"/>
                  <a:pt x="2696" y="0"/>
                  <a:pt x="2808" y="0"/>
                </a:cubicBezTo>
                <a:close/>
              </a:path>
            </a:pathLst>
          </a:custGeom>
          <a:gradFill>
            <a:gsLst>
              <a:gs pos="0">
                <a:srgbClr val="F0E9D6"/>
              </a:gs>
              <a:gs pos="100000">
                <a:srgbClr val="ED3E1F"/>
              </a:gs>
            </a:gsLst>
            <a:lin ang="5400000" scaled="1"/>
          </a:gradFill>
          <a:ln w="12700">
            <a:miter lim="400000"/>
          </a:ln>
          <a:effectLst/>
        </p:spPr>
        <p:txBody>
          <a:bodyPr lIns="38097" tIns="38097" rIns="38097" bIns="38097" anchor="ctr"/>
          <a:ls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sz="2800">
              <a:solidFill>
                <a:srgbClr val="FFFFFF"/>
              </a:solidFill>
            </a:endParaRPr>
          </a:p>
        </p:txBody>
      </p:sp>
      <p:sp>
        <p:nvSpPr>
          <p:cNvPr id="54973613" name="Shape"/>
          <p:cNvSpPr/>
          <p:nvPr/>
        </p:nvSpPr>
        <p:spPr bwMode="auto">
          <a:xfrm rot="0" flipH="0" flipV="0">
            <a:off x="6703527" y="4527927"/>
            <a:ext cx="4205523" cy="814680"/>
          </a:xfrm>
          <a:custGeom>
            <a:avLst/>
            <a:gdLst/>
            <a:ahLst/>
            <a:cxnLst>
              <a:cxn ang="0">
                <a:pos x="wd2" y="hd2"/>
              </a:cxn>
              <a:cxn ang="5400000">
                <a:pos x="wd2" y="hd2"/>
              </a:cxn>
              <a:cxn ang="10800000">
                <a:pos x="wd2" y="hd2"/>
              </a:cxn>
              <a:cxn ang="16200000">
                <a:pos x="wd2" y="hd2"/>
              </a:cxn>
            </a:cxnLst>
            <a:rect l="0" t="0" r="r" b="b"/>
            <a:pathLst>
              <a:path w="21417" h="21567" fill="norm" stroke="1" extrusionOk="0">
                <a:moveTo>
                  <a:pt x="19586" y="801"/>
                </a:moveTo>
                <a:lnTo>
                  <a:pt x="21346" y="17580"/>
                </a:lnTo>
                <a:cubicBezTo>
                  <a:pt x="21509" y="19139"/>
                  <a:pt x="21376" y="21567"/>
                  <a:pt x="21131" y="21567"/>
                </a:cubicBezTo>
                <a:lnTo>
                  <a:pt x="10709" y="21567"/>
                </a:lnTo>
                <a:lnTo>
                  <a:pt x="287" y="21567"/>
                </a:lnTo>
                <a:cubicBezTo>
                  <a:pt x="42" y="21567"/>
                  <a:pt x="-91" y="19139"/>
                  <a:pt x="72" y="17580"/>
                </a:cubicBezTo>
                <a:lnTo>
                  <a:pt x="1832" y="801"/>
                </a:lnTo>
                <a:cubicBezTo>
                  <a:pt x="1887" y="293"/>
                  <a:pt x="1965" y="3"/>
                  <a:pt x="2047" y="3"/>
                </a:cubicBezTo>
                <a:lnTo>
                  <a:pt x="19371" y="3"/>
                </a:lnTo>
                <a:cubicBezTo>
                  <a:pt x="19453" y="-33"/>
                  <a:pt x="19531" y="293"/>
                  <a:pt x="19586" y="801"/>
                </a:cubicBezTo>
                <a:close/>
              </a:path>
            </a:pathLst>
          </a:custGeom>
          <a:gradFill>
            <a:gsLst>
              <a:gs pos="0">
                <a:srgbClr val="F0E9D6"/>
              </a:gs>
              <a:gs pos="100000">
                <a:srgbClr val="ED3E1F"/>
              </a:gs>
            </a:gsLst>
            <a:lin ang="5400000" scaled="1"/>
          </a:gradFill>
          <a:ln w="12700">
            <a:miter lim="400000"/>
          </a:ln>
          <a:effectLst/>
        </p:spPr>
        <p:txBody>
          <a:bodyPr lIns="38097" tIns="38097" rIns="38097" bIns="38097" anchor="ctr"/>
          <a:ls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sz="2800">
              <a:solidFill>
                <a:srgbClr val="FFFFFF"/>
              </a:solidFill>
            </a:endParaRPr>
          </a:p>
        </p:txBody>
      </p:sp>
      <p:sp>
        <p:nvSpPr>
          <p:cNvPr id="515115477" name="Shape"/>
          <p:cNvSpPr/>
          <p:nvPr/>
        </p:nvSpPr>
        <p:spPr bwMode="auto">
          <a:xfrm rot="0" flipH="0" flipV="0">
            <a:off x="6156939" y="5507120"/>
            <a:ext cx="5253122" cy="814680"/>
          </a:xfrm>
          <a:custGeom>
            <a:avLst/>
            <a:gdLst/>
            <a:ahLst/>
            <a:cxnLst>
              <a:cxn ang="0">
                <a:pos x="wd2" y="hd2"/>
              </a:cxn>
              <a:cxn ang="5400000">
                <a:pos x="wd2" y="hd2"/>
              </a:cxn>
              <a:cxn ang="10800000">
                <a:pos x="wd2" y="hd2"/>
              </a:cxn>
              <a:cxn ang="16200000">
                <a:pos x="wd2" y="hd2"/>
              </a:cxn>
            </a:cxnLst>
            <a:rect l="0" t="0" r="r" b="b"/>
            <a:pathLst>
              <a:path w="21417" h="21567" fill="norm" stroke="1" extrusionOk="0">
                <a:moveTo>
                  <a:pt x="19586" y="801"/>
                </a:moveTo>
                <a:lnTo>
                  <a:pt x="21346" y="17580"/>
                </a:lnTo>
                <a:cubicBezTo>
                  <a:pt x="21509" y="19139"/>
                  <a:pt x="21376" y="21567"/>
                  <a:pt x="21131" y="21567"/>
                </a:cubicBezTo>
                <a:lnTo>
                  <a:pt x="10709" y="21567"/>
                </a:lnTo>
                <a:lnTo>
                  <a:pt x="287" y="21567"/>
                </a:lnTo>
                <a:cubicBezTo>
                  <a:pt x="42" y="21567"/>
                  <a:pt x="-91" y="19139"/>
                  <a:pt x="72" y="17580"/>
                </a:cubicBezTo>
                <a:lnTo>
                  <a:pt x="1832" y="801"/>
                </a:lnTo>
                <a:cubicBezTo>
                  <a:pt x="1887" y="293"/>
                  <a:pt x="1965" y="3"/>
                  <a:pt x="2047" y="3"/>
                </a:cubicBezTo>
                <a:lnTo>
                  <a:pt x="19371" y="3"/>
                </a:lnTo>
                <a:cubicBezTo>
                  <a:pt x="19453" y="-33"/>
                  <a:pt x="19531" y="293"/>
                  <a:pt x="19586" y="801"/>
                </a:cubicBezTo>
                <a:close/>
              </a:path>
            </a:pathLst>
          </a:custGeom>
          <a:gradFill>
            <a:gsLst>
              <a:gs pos="0">
                <a:srgbClr val="F0E9D6"/>
              </a:gs>
              <a:gs pos="100000">
                <a:srgbClr val="ED3E1F"/>
              </a:gs>
            </a:gsLst>
            <a:lin ang="5400000" scaled="1"/>
          </a:gradFill>
          <a:ln w="12700">
            <a:miter lim="400000"/>
          </a:ln>
          <a:effectLst/>
        </p:spPr>
        <p:txBody>
          <a:bodyPr lIns="38097" tIns="38097" rIns="38097" bIns="38097" anchor="ctr"/>
          <a:ls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a:lstStyle>
          <a:p>
            <a:pPr>
              <a:defRPr/>
            </a:pPr>
            <a:endParaRPr sz="2800">
              <a:solidFill>
                <a:srgbClr val="FFFFFF"/>
              </a:solidFill>
            </a:endParaRPr>
          </a:p>
        </p:txBody>
      </p:sp>
      <p:cxnSp>
        <p:nvCxnSpPr>
          <p:cNvPr id="0" name=""/>
          <p:cNvCxnSpPr>
            <a:cxnSpLocks/>
          </p:cNvCxnSpPr>
          <p:nvPr/>
        </p:nvCxnSpPr>
        <p:spPr bwMode="auto">
          <a:xfrm rot="0" flipH="0" flipV="1">
            <a:off x="3466800" y="1987200"/>
            <a:ext cx="4860000" cy="0"/>
          </a:xfrm>
          <a:prstGeom prst="line">
            <a:avLst/>
          </a:prstGeom>
          <a:ln w="19049" cap="flat" cmpd="sng" algn="ctr">
            <a:solidFill>
              <a:srgbClr val="F0E9D6"/>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383661356" name=""/>
          <p:cNvCxnSpPr>
            <a:cxnSpLocks/>
          </p:cNvCxnSpPr>
          <p:nvPr/>
        </p:nvCxnSpPr>
        <p:spPr bwMode="auto">
          <a:xfrm rot="0" flipH="0" flipV="1">
            <a:off x="3466800" y="2865599"/>
            <a:ext cx="4320000" cy="0"/>
          </a:xfrm>
          <a:prstGeom prst="line">
            <a:avLst/>
          </a:prstGeom>
          <a:ln w="19049" cap="flat" cmpd="sng" algn="ctr">
            <a:solidFill>
              <a:srgbClr val="F0E9D6"/>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370568154" name=""/>
          <p:cNvCxnSpPr>
            <a:cxnSpLocks/>
          </p:cNvCxnSpPr>
          <p:nvPr/>
        </p:nvCxnSpPr>
        <p:spPr bwMode="auto">
          <a:xfrm rot="0" flipH="0" flipV="1">
            <a:off x="3466800" y="3852000"/>
            <a:ext cx="3780000" cy="0"/>
          </a:xfrm>
          <a:prstGeom prst="line">
            <a:avLst/>
          </a:prstGeom>
          <a:ln w="19049" cap="flat" cmpd="sng" algn="ctr">
            <a:solidFill>
              <a:srgbClr val="F0E9D6"/>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566912189" name=""/>
          <p:cNvCxnSpPr>
            <a:cxnSpLocks/>
          </p:cNvCxnSpPr>
          <p:nvPr/>
        </p:nvCxnSpPr>
        <p:spPr bwMode="auto">
          <a:xfrm rot="0" flipH="0" flipV="1">
            <a:off x="3466800" y="4914000"/>
            <a:ext cx="3240000" cy="0"/>
          </a:xfrm>
          <a:prstGeom prst="line">
            <a:avLst/>
          </a:prstGeom>
          <a:ln w="19049" cap="flat" cmpd="sng" algn="ctr">
            <a:solidFill>
              <a:srgbClr val="F0E9D6"/>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cxnSp>
        <p:nvCxnSpPr>
          <p:cNvPr id="1697839627" name=""/>
          <p:cNvCxnSpPr>
            <a:cxnSpLocks/>
          </p:cNvCxnSpPr>
          <p:nvPr/>
        </p:nvCxnSpPr>
        <p:spPr bwMode="auto">
          <a:xfrm rot="0" flipH="0" flipV="1">
            <a:off x="3466800" y="5864399"/>
            <a:ext cx="2700000" cy="0"/>
          </a:xfrm>
          <a:prstGeom prst="line">
            <a:avLst/>
          </a:prstGeom>
          <a:ln w="19049" cap="flat" cmpd="sng" algn="ctr">
            <a:solidFill>
              <a:srgbClr val="F0E9D6"/>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sp>
        <p:nvSpPr>
          <p:cNvPr id="1080557897" name=""/>
          <p:cNvSpPr txBox="1"/>
          <p:nvPr/>
        </p:nvSpPr>
        <p:spPr bwMode="auto">
          <a:xfrm flipH="0" flipV="0">
            <a:off x="1357737" y="5406839"/>
            <a:ext cx="1597307" cy="4575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2400" b="0" i="0" u="none" strike="noStrike" cap="none" spc="0">
                <a:solidFill>
                  <a:srgbClr val="F7F5E9"/>
                </a:solidFill>
                <a:latin typeface="Times New Roman"/>
                <a:ea typeface="Times New Roman"/>
                <a:cs typeface="Times New Roman"/>
              </a:rPr>
              <a:t>The Family </a:t>
            </a:r>
            <a:endParaRPr>
              <a:solidFill>
                <a:srgbClr val="F7F5E9"/>
              </a:solidFill>
            </a:endParaRPr>
          </a:p>
        </p:txBody>
      </p:sp>
      <p:sp>
        <p:nvSpPr>
          <p:cNvPr id="1316854052" name=""/>
          <p:cNvSpPr txBox="1"/>
          <p:nvPr/>
        </p:nvSpPr>
        <p:spPr bwMode="auto">
          <a:xfrm flipH="0" flipV="0">
            <a:off x="1357737" y="1529639"/>
            <a:ext cx="2077209" cy="4575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lang="en-US" sz="2400" b="0" i="0" u="none" strike="noStrike" cap="none" spc="0">
                <a:solidFill>
                  <a:srgbClr val="F7F5E9"/>
                </a:solidFill>
                <a:latin typeface="Times New Roman"/>
                <a:ea typeface="Times New Roman"/>
                <a:cs typeface="Times New Roman"/>
              </a:rPr>
              <a:t>The Magic </a:t>
            </a:r>
            <a:endParaRPr>
              <a:solidFill>
                <a:srgbClr val="F7F5E9"/>
              </a:solidFill>
            </a:endParaRPr>
          </a:p>
        </p:txBody>
      </p:sp>
      <p:sp>
        <p:nvSpPr>
          <p:cNvPr id="713537348" name=""/>
          <p:cNvSpPr txBox="1"/>
          <p:nvPr/>
        </p:nvSpPr>
        <p:spPr bwMode="auto">
          <a:xfrm flipH="0" flipV="0">
            <a:off x="1341114" y="2408040"/>
            <a:ext cx="2087687" cy="4575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2400" b="0" i="0" u="none" strike="noStrike" cap="none" spc="0">
                <a:solidFill>
                  <a:srgbClr val="F7F5E9"/>
                </a:solidFill>
                <a:latin typeface="Times New Roman"/>
                <a:ea typeface="Times New Roman"/>
                <a:cs typeface="Times New Roman"/>
              </a:rPr>
              <a:t>The Decoration </a:t>
            </a:r>
            <a:endParaRPr>
              <a:solidFill>
                <a:srgbClr val="F7F5E9"/>
              </a:solidFill>
            </a:endParaRPr>
          </a:p>
        </p:txBody>
      </p:sp>
      <p:sp>
        <p:nvSpPr>
          <p:cNvPr id="170762566" name=""/>
          <p:cNvSpPr txBox="1"/>
          <p:nvPr/>
        </p:nvSpPr>
        <p:spPr bwMode="auto">
          <a:xfrm flipH="0" flipV="0">
            <a:off x="1357737" y="3028680"/>
            <a:ext cx="2079646" cy="8233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l">
              <a:defRPr/>
            </a:pPr>
            <a:r>
              <a:rPr lang="en-US" sz="2400" b="0" i="0" u="none" strike="noStrike" cap="none" spc="0">
                <a:solidFill>
                  <a:srgbClr val="F7F5E9"/>
                </a:solidFill>
                <a:latin typeface="Times New Roman"/>
                <a:ea typeface="Times New Roman"/>
                <a:cs typeface="Times New Roman"/>
              </a:rPr>
              <a:t>Presents </a:t>
            </a:r>
            <a:br>
              <a:rPr lang="en-US" sz="2400" b="0" i="0" u="none" strike="noStrike" cap="none" spc="0">
                <a:solidFill>
                  <a:srgbClr val="F7F5E9"/>
                </a:solidFill>
                <a:latin typeface="Times New Roman"/>
                <a:ea typeface="Times New Roman"/>
                <a:cs typeface="Times New Roman"/>
              </a:rPr>
            </a:br>
            <a:r>
              <a:rPr lang="en-US" sz="2400" b="0" i="0" u="none" strike="noStrike" cap="none" spc="0">
                <a:solidFill>
                  <a:srgbClr val="F7F5E9"/>
                </a:solidFill>
                <a:latin typeface="Times New Roman"/>
                <a:ea typeface="Times New Roman"/>
                <a:cs typeface="Times New Roman"/>
              </a:rPr>
              <a:t>and good deeds </a:t>
            </a:r>
            <a:endParaRPr>
              <a:solidFill>
                <a:srgbClr val="F7F5E9"/>
              </a:solidFill>
            </a:endParaRPr>
          </a:p>
        </p:txBody>
      </p:sp>
      <p:sp>
        <p:nvSpPr>
          <p:cNvPr id="1584525114" name=""/>
          <p:cNvSpPr txBox="1"/>
          <p:nvPr/>
        </p:nvSpPr>
        <p:spPr bwMode="auto">
          <a:xfrm flipH="0" flipV="0">
            <a:off x="1341114" y="4456440"/>
            <a:ext cx="1935739" cy="4575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2400" b="0" i="0" u="none" strike="noStrike" cap="none" spc="0">
                <a:solidFill>
                  <a:srgbClr val="F7F5E9"/>
                </a:solidFill>
                <a:latin typeface="Times New Roman"/>
                <a:ea typeface="Times New Roman"/>
                <a:cs typeface="Times New Roman"/>
              </a:rPr>
              <a:t>Warmest hugs </a:t>
            </a:r>
            <a:endParaRPr>
              <a:solidFill>
                <a:srgbClr val="F7F5E9"/>
              </a:solidFill>
            </a:endParaRPr>
          </a:p>
        </p:txBody>
      </p:sp>
      <p:pic>
        <p:nvPicPr>
          <p:cNvPr id="670428999" name=""/>
          <p:cNvPicPr>
            <a:picLocks noChangeAspect="1"/>
          </p:cNvPicPr>
          <p:nvPr/>
        </p:nvPicPr>
        <p:blipFill>
          <a:blip r:embed="rId3"/>
          <a:stretch/>
        </p:blipFill>
        <p:spPr bwMode="auto">
          <a:xfrm rot="0" flipH="0" flipV="0">
            <a:off x="10451474" y="445005"/>
            <a:ext cx="1235247" cy="1191498"/>
          </a:xfrm>
          <a:prstGeom prst="flowChartConnector">
            <a:avLst/>
          </a:prstGeom>
          <a:ln w="28575">
            <a:solidFill>
              <a:srgbClr val="F0E9D6"/>
            </a:solidFill>
            <a:prstDash val="solid"/>
          </a:ln>
        </p:spPr>
      </p:pic>
      <p:pic>
        <p:nvPicPr>
          <p:cNvPr id="1037911435" name=""/>
          <p:cNvPicPr>
            <a:picLocks noChangeAspect="1"/>
          </p:cNvPicPr>
          <p:nvPr/>
        </p:nvPicPr>
        <p:blipFill>
          <a:blip r:embed="rId4"/>
          <a:stretch/>
        </p:blipFill>
        <p:spPr bwMode="auto">
          <a:xfrm rot="20594578" flipH="0" flipV="0">
            <a:off x="363344" y="263666"/>
            <a:ext cx="1187687" cy="11659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6D6E2D"/>
        </a:solidFill>
      </p:bgPr>
    </p:bg>
    <p:spTree>
      <p:nvGrpSpPr>
        <p:cNvPr id="1" name=""/>
        <p:cNvGrpSpPr/>
        <p:nvPr/>
      </p:nvGrpSpPr>
      <p:grpSpPr bwMode="auto">
        <a:xfrm>
          <a:off x="0" y="0"/>
          <a:ext cx="0" cy="0"/>
          <a:chOff x="0" y="0"/>
          <a:chExt cx="0" cy="0"/>
        </a:xfrm>
      </p:grpSpPr>
      <p:sp>
        <p:nvSpPr>
          <p:cNvPr id="1937739279" name=""/>
          <p:cNvSpPr/>
          <p:nvPr/>
        </p:nvSpPr>
        <p:spPr bwMode="auto">
          <a:xfrm flipH="0" flipV="0">
            <a:off x="2366729" y="1365739"/>
            <a:ext cx="1753740" cy="1674919"/>
          </a:xfrm>
          <a:prstGeom prst="flowChartConnector">
            <a:avLst/>
          </a:prstGeom>
          <a:solidFill>
            <a:srgbClr val="F7F5E9"/>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115896744" name=""/>
          <p:cNvSpPr/>
          <p:nvPr/>
        </p:nvSpPr>
        <p:spPr bwMode="auto">
          <a:xfrm flipH="0" flipV="0">
            <a:off x="253631" y="244173"/>
            <a:ext cx="11684737" cy="6369646"/>
          </a:xfrm>
          <a:prstGeom prst="rect">
            <a:avLst/>
          </a:prstGeom>
          <a:noFill/>
          <a:ln w="28575" cap="flat" cmpd="sng" algn="ctr">
            <a:solidFill>
              <a:srgbClr val="F0E9D6"/>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843262494" name=""/>
          <p:cNvSpPr/>
          <p:nvPr/>
        </p:nvSpPr>
        <p:spPr bwMode="auto">
          <a:xfrm rot="0" flipH="0" flipV="0">
            <a:off x="453599" y="2203200"/>
            <a:ext cx="5580000" cy="3974146"/>
          </a:xfrm>
          <a:prstGeom prst="roundRect">
            <a:avLst>
              <a:gd name="adj" fmla="val 0"/>
            </a:avLst>
          </a:prstGeom>
          <a:solidFill>
            <a:srgbClr val="F7F5E9">
              <a:alpha val="99999"/>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63044060" name=""/>
          <p:cNvSpPr txBox="1"/>
          <p:nvPr/>
        </p:nvSpPr>
        <p:spPr bwMode="auto">
          <a:xfrm rot="0" flipH="0" flipV="0">
            <a:off x="2748579" y="1727790"/>
            <a:ext cx="990039" cy="518519"/>
          </a:xfrm>
          <a:prstGeom prst="rect">
            <a:avLst/>
          </a:prstGeom>
          <a:noFill/>
        </p:spPr>
        <p:txBody>
          <a:bodyPr vertOverflow="overflow" horzOverflow="overflow" vert="horz" wrap="square" lIns="0" tIns="0" rIns="0" bIns="0" numCol="1" spcCol="0" rtlCol="0" fromWordArt="0" anchor="t" anchorCtr="0" forceAA="0" upright="0" compatLnSpc="0">
            <a:spAutoFit/>
          </a:bodyPr>
          <a:p>
            <a:pPr>
              <a:defRPr/>
            </a:pPr>
            <a:r>
              <a:rPr lang="en-US" sz="3400" b="1">
                <a:solidFill>
                  <a:srgbClr val="FA3E19"/>
                </a:solidFill>
                <a:latin typeface="Times New Roman"/>
                <a:ea typeface="Times New Roman"/>
                <a:cs typeface="Times New Roman"/>
              </a:rPr>
              <a:t>West</a:t>
            </a:r>
            <a:endParaRPr b="1"/>
          </a:p>
        </p:txBody>
      </p:sp>
      <p:sp>
        <p:nvSpPr>
          <p:cNvPr id="1268837614" name=""/>
          <p:cNvSpPr txBox="1"/>
          <p:nvPr/>
        </p:nvSpPr>
        <p:spPr bwMode="auto">
          <a:xfrm rot="0" flipH="0" flipV="0">
            <a:off x="698397" y="2741287"/>
            <a:ext cx="5058382" cy="2926440"/>
          </a:xfrm>
          <a:prstGeom prst="rect">
            <a:avLst/>
          </a:prstGeom>
          <a:noFill/>
        </p:spPr>
        <p:txBody>
          <a:bodyPr vertOverflow="overflow" horzOverflow="overflow" vert="horz" wrap="square" lIns="0" tIns="0" rIns="0" bIns="0" numCol="1" spcCol="0" rtlCol="0" fromWordArt="0" anchor="t" anchorCtr="0" forceAA="0" upright="0" compatLnSpc="0">
            <a:spAutoFit/>
          </a:bodyPr>
          <a:p>
            <a:pPr marL="261850" marR="0" indent="-261850" algn="l" defTabSz="914400">
              <a:lnSpc>
                <a:spcPct val="100000"/>
              </a:lnSpc>
              <a:spcBef>
                <a:spcPts val="0"/>
              </a:spcBef>
              <a:spcAft>
                <a:spcPts val="0"/>
              </a:spcAft>
              <a:buSzPct val="125000"/>
              <a:buFont typeface="Arial"/>
              <a:buChar char="•"/>
              <a:defRPr/>
            </a:pPr>
            <a:r>
              <a:rPr sz="1600" b="0" i="0" u="none" strike="noStrike" cap="none" spc="0">
                <a:solidFill>
                  <a:srgbClr val="ED3E1F"/>
                </a:solidFill>
                <a:latin typeface="Times New Roman"/>
                <a:ea typeface="Times New Roman"/>
                <a:cs typeface="Times New Roman"/>
              </a:rPr>
              <a:t>In the UK, Christmas crackers with small surprises are opened during family dinners, adding fun to the celebration.</a:t>
            </a:r>
            <a:endParaRPr sz="1600" strike="noStrike" cap="none" spc="0">
              <a:solidFill>
                <a:srgbClr val="ED3E1F"/>
              </a:solidFill>
            </a:endParaRPr>
          </a:p>
          <a:p>
            <a:pPr marL="261850" marR="0" indent="-261850" algn="l" defTabSz="914400">
              <a:lnSpc>
                <a:spcPct val="100000"/>
              </a:lnSpc>
              <a:spcBef>
                <a:spcPts val="0"/>
              </a:spcBef>
              <a:spcAft>
                <a:spcPts val="0"/>
              </a:spcAft>
              <a:buSzPct val="125000"/>
              <a:buFont typeface="Arial"/>
              <a:buChar char="•"/>
              <a:defRPr/>
            </a:pPr>
            <a:endParaRPr sz="1600" strike="noStrike" cap="none" spc="0">
              <a:solidFill>
                <a:srgbClr val="ED3E1F"/>
              </a:solidFill>
            </a:endParaRPr>
          </a:p>
          <a:p>
            <a:pPr marL="261850" marR="0" indent="-261850" algn="l" defTabSz="914400">
              <a:lnSpc>
                <a:spcPct val="100000"/>
              </a:lnSpc>
              <a:spcBef>
                <a:spcPts val="0"/>
              </a:spcBef>
              <a:spcAft>
                <a:spcPts val="0"/>
              </a:spcAft>
              <a:buSzPct val="125000"/>
              <a:buFont typeface="Arial"/>
              <a:buChar char="•"/>
              <a:defRPr/>
            </a:pPr>
            <a:r>
              <a:rPr sz="1600" b="0" i="0" u="none" strike="noStrike" cap="none" spc="0">
                <a:solidFill>
                  <a:srgbClr val="ED3E1F"/>
                </a:solidFill>
                <a:latin typeface="Times New Roman"/>
                <a:ea typeface="Times New Roman"/>
                <a:cs typeface="Times New Roman"/>
              </a:rPr>
              <a:t>Scandinavian countries celebrate with warm, </a:t>
            </a:r>
            <a:r>
              <a:rPr lang="en-US" sz="1600" b="0" i="0" u="none" strike="noStrike" cap="none" spc="0">
                <a:solidFill>
                  <a:srgbClr val="ED3E1F"/>
                </a:solidFill>
                <a:latin typeface="Times New Roman"/>
                <a:ea typeface="Times New Roman"/>
                <a:cs typeface="Times New Roman"/>
              </a:rPr>
              <a:t>cozy </a:t>
            </a:r>
            <a:r>
              <a:rPr sz="1600" b="0" i="0" u="none" strike="noStrike" cap="none" spc="0">
                <a:solidFill>
                  <a:srgbClr val="ED3E1F"/>
                </a:solidFill>
                <a:latin typeface="Times New Roman"/>
                <a:ea typeface="Times New Roman"/>
                <a:cs typeface="Times New Roman"/>
              </a:rPr>
              <a:t>gatherings called "hygge," and children eagerly await gifts from local Christmas figures like Father Christmas or Saint Nicholas.</a:t>
            </a:r>
            <a:endParaRPr sz="1600" strike="noStrike" cap="none" spc="0">
              <a:solidFill>
                <a:srgbClr val="ED3E1F"/>
              </a:solidFill>
            </a:endParaRPr>
          </a:p>
          <a:p>
            <a:pPr marL="261850" marR="0" indent="-261850" algn="l" defTabSz="914400">
              <a:lnSpc>
                <a:spcPct val="100000"/>
              </a:lnSpc>
              <a:spcBef>
                <a:spcPts val="0"/>
              </a:spcBef>
              <a:spcAft>
                <a:spcPts val="0"/>
              </a:spcAft>
              <a:buSzPct val="125000"/>
              <a:buFont typeface="Arial"/>
              <a:buChar char="•"/>
              <a:defRPr/>
            </a:pPr>
            <a:endParaRPr sz="1600" strike="noStrike" cap="none" spc="0">
              <a:solidFill>
                <a:srgbClr val="ED3E1F"/>
              </a:solidFill>
            </a:endParaRPr>
          </a:p>
          <a:p>
            <a:pPr marL="261850" marR="0" indent="-261850" algn="l" defTabSz="914400">
              <a:lnSpc>
                <a:spcPct val="100000"/>
              </a:lnSpc>
              <a:spcBef>
                <a:spcPts val="0"/>
              </a:spcBef>
              <a:spcAft>
                <a:spcPts val="0"/>
              </a:spcAft>
              <a:buSzPct val="125000"/>
              <a:buFont typeface="Arial"/>
              <a:buChar char="•"/>
              <a:defRPr/>
            </a:pPr>
            <a:r>
              <a:rPr sz="1600" b="0" i="0" u="none" strike="noStrike" cap="none" spc="0">
                <a:solidFill>
                  <a:srgbClr val="ED3E1F"/>
                </a:solidFill>
                <a:latin typeface="Times New Roman"/>
                <a:ea typeface="Times New Roman"/>
                <a:cs typeface="Times New Roman"/>
              </a:rPr>
              <a:t>In the United States, Christmas is marked by vibrant decorations, with lights illuminating houses. Families often hang stockings on the mantle for Santa to fill.</a:t>
            </a:r>
            <a:endParaRPr sz="1600" strike="noStrike" cap="none" spc="0">
              <a:solidFill>
                <a:srgbClr val="ED3E1F"/>
              </a:solidFill>
            </a:endParaRPr>
          </a:p>
        </p:txBody>
      </p:sp>
      <p:sp>
        <p:nvSpPr>
          <p:cNvPr id="1825068322" name=""/>
          <p:cNvSpPr/>
          <p:nvPr/>
        </p:nvSpPr>
        <p:spPr bwMode="auto">
          <a:xfrm flipH="0" flipV="0">
            <a:off x="4300391" y="552506"/>
            <a:ext cx="3592285" cy="753779"/>
          </a:xfrm>
          <a:prstGeom prst="rect">
            <a:avLst/>
          </a:prstGeom>
          <a:solidFill>
            <a:srgbClr val="FA3E19"/>
          </a:solidFill>
          <a:ln w="28575" cap="flat" cmpd="sng" algn="ctr">
            <a:solidFill>
              <a:srgbClr val="ED3E1F"/>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118551747" name=""/>
          <p:cNvSpPr txBox="1"/>
          <p:nvPr/>
        </p:nvSpPr>
        <p:spPr bwMode="auto">
          <a:xfrm rot="0" flipH="0" flipV="0">
            <a:off x="5124420" y="648000"/>
            <a:ext cx="1944229" cy="518519"/>
          </a:xfrm>
          <a:prstGeom prst="rect">
            <a:avLst/>
          </a:prstGeom>
          <a:noFill/>
        </p:spPr>
        <p:txBody>
          <a:bodyPr vertOverflow="overflow" horzOverflow="overflow" vert="horz" wrap="none" lIns="0" tIns="0" rIns="0" bIns="0" numCol="1" spcCol="0" rtlCol="0" fromWordArt="0" anchor="t" anchorCtr="0" forceAA="0" upright="0" compatLnSpc="0">
            <a:spAutoFit/>
          </a:bodyPr>
          <a:p>
            <a:pPr algn="ctr">
              <a:defRPr/>
            </a:pPr>
            <a:r>
              <a:rPr lang="en-US" sz="3400" b="1">
                <a:solidFill>
                  <a:srgbClr val="F7F5E9"/>
                </a:solidFill>
                <a:latin typeface="Times New Roman"/>
                <a:ea typeface="Times New Roman"/>
                <a:cs typeface="Times New Roman"/>
              </a:rPr>
              <a:t>Traditions</a:t>
            </a:r>
            <a:endParaRPr/>
          </a:p>
        </p:txBody>
      </p:sp>
      <p:sp>
        <p:nvSpPr>
          <p:cNvPr id="147112951" name=""/>
          <p:cNvSpPr/>
          <p:nvPr/>
        </p:nvSpPr>
        <p:spPr bwMode="auto">
          <a:xfrm flipH="0" flipV="0">
            <a:off x="8096938" y="1365739"/>
            <a:ext cx="1753740" cy="1674919"/>
          </a:xfrm>
          <a:prstGeom prst="flowChartConnector">
            <a:avLst/>
          </a:prstGeom>
          <a:solidFill>
            <a:srgbClr val="F7F5E9"/>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602694207" name=""/>
          <p:cNvSpPr/>
          <p:nvPr/>
        </p:nvSpPr>
        <p:spPr bwMode="auto">
          <a:xfrm rot="0" flipH="0" flipV="0">
            <a:off x="6183809" y="2203200"/>
            <a:ext cx="5580000" cy="3974146"/>
          </a:xfrm>
          <a:prstGeom prst="roundRect">
            <a:avLst>
              <a:gd name="adj" fmla="val 0"/>
            </a:avLst>
          </a:prstGeom>
          <a:solidFill>
            <a:srgbClr val="F7F5E9">
              <a:alpha val="99999"/>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713871654" name=""/>
          <p:cNvSpPr txBox="1"/>
          <p:nvPr/>
        </p:nvSpPr>
        <p:spPr bwMode="auto">
          <a:xfrm rot="0" flipH="0" flipV="0">
            <a:off x="8532844" y="1727790"/>
            <a:ext cx="881930" cy="518519"/>
          </a:xfrm>
          <a:prstGeom prst="rect">
            <a:avLst/>
          </a:prstGeom>
          <a:noFill/>
        </p:spPr>
        <p:txBody>
          <a:bodyPr vertOverflow="overflow" horzOverflow="overflow" vert="horz" wrap="square" lIns="0" tIns="0" rIns="0" bIns="0" numCol="1" spcCol="0" rtlCol="0" fromWordArt="0" anchor="t" anchorCtr="0" forceAA="0" upright="0" compatLnSpc="0">
            <a:spAutoFit/>
          </a:bodyPr>
          <a:p>
            <a:pPr>
              <a:defRPr/>
            </a:pPr>
            <a:r>
              <a:rPr lang="en-US" sz="3400" b="1" i="0" u="none" strike="noStrike" cap="none" spc="0">
                <a:solidFill>
                  <a:srgbClr val="FA3E19"/>
                </a:solidFill>
                <a:latin typeface="Times New Roman"/>
                <a:ea typeface="Times New Roman"/>
                <a:cs typeface="Times New Roman"/>
              </a:rPr>
              <a:t>East</a:t>
            </a:r>
            <a:endParaRPr b="1"/>
          </a:p>
        </p:txBody>
      </p:sp>
      <p:sp>
        <p:nvSpPr>
          <p:cNvPr id="1772721465" name=""/>
          <p:cNvSpPr txBox="1"/>
          <p:nvPr/>
        </p:nvSpPr>
        <p:spPr bwMode="auto">
          <a:xfrm rot="0" flipH="0" flipV="0">
            <a:off x="6428607" y="2685909"/>
            <a:ext cx="5063782" cy="3689371"/>
          </a:xfrm>
          <a:prstGeom prst="rect">
            <a:avLst/>
          </a:prstGeom>
          <a:noFill/>
        </p:spPr>
        <p:txBody>
          <a:bodyPr vertOverflow="overflow" horzOverflow="overflow" vert="horz" wrap="square" lIns="0" tIns="0" rIns="0" bIns="0" numCol="1" spcCol="0" rtlCol="0" fromWordArt="0" anchor="t" anchorCtr="0" forceAA="0" upright="0" compatLnSpc="0">
            <a:spAutoFit/>
          </a:bodyPr>
          <a:p>
            <a:pPr marL="261849" indent="-261849">
              <a:spcBef>
                <a:spcPts val="0"/>
              </a:spcBef>
              <a:spcAft>
                <a:spcPts val="0"/>
              </a:spcAft>
              <a:buFont typeface="Arial"/>
              <a:buChar char="•"/>
              <a:defRPr/>
            </a:pPr>
            <a:r>
              <a:rPr lang="en-US" sz="1600" b="0" i="0" u="none" strike="noStrike" cap="none" spc="0">
                <a:solidFill>
                  <a:srgbClr val="ED3E1F"/>
                </a:solidFill>
                <a:latin typeface="Times New Roman"/>
                <a:ea typeface="Times New Roman"/>
                <a:cs typeface="Times New Roman"/>
              </a:rPr>
              <a:t>A unique tradition </a:t>
            </a:r>
            <a:r>
              <a:rPr lang="en-US" sz="1600" b="0" i="0" u="none" strike="noStrike" cap="none" spc="0">
                <a:solidFill>
                  <a:srgbClr val="ED3E1F"/>
                </a:solidFill>
                <a:latin typeface="Times New Roman"/>
                <a:ea typeface="Times New Roman"/>
                <a:cs typeface="Times New Roman"/>
              </a:rPr>
              <a:t>in Japan</a:t>
            </a:r>
            <a:r>
              <a:rPr lang="en-US" sz="1600" b="0" i="0" u="none" strike="noStrike" cap="none" spc="0">
                <a:solidFill>
                  <a:srgbClr val="ED3E1F"/>
                </a:solidFill>
                <a:latin typeface="Times New Roman"/>
                <a:ea typeface="Times New Roman"/>
                <a:cs typeface="Times New Roman"/>
              </a:rPr>
              <a:t> </a:t>
            </a:r>
            <a:r>
              <a:rPr lang="en-US" sz="1600" b="0" i="0" u="none" strike="noStrike" cap="none" spc="0">
                <a:solidFill>
                  <a:srgbClr val="ED3E1F"/>
                </a:solidFill>
                <a:latin typeface="Times New Roman"/>
                <a:ea typeface="Times New Roman"/>
                <a:cs typeface="Times New Roman"/>
              </a:rPr>
              <a:t>is eating KFC for Christmas dinner</a:t>
            </a:r>
            <a:r>
              <a:rPr lang="en-US" sz="1600" b="0" i="0" u="none" strike="noStrike" cap="none" spc="0">
                <a:solidFill>
                  <a:srgbClr val="ED3E1F"/>
                </a:solidFill>
                <a:latin typeface="+mn-lt"/>
                <a:ea typeface="+mn-ea"/>
                <a:cs typeface="+mn-cs"/>
              </a:rPr>
              <a:t>. </a:t>
            </a:r>
            <a:endParaRPr lang="en-US" sz="1600">
              <a:solidFill>
                <a:srgbClr val="ED3E1F"/>
              </a:solidFill>
            </a:endParaRPr>
          </a:p>
          <a:p>
            <a:pPr marL="283878" indent="-283878">
              <a:spcBef>
                <a:spcPts val="0"/>
              </a:spcBef>
              <a:spcAft>
                <a:spcPts val="0"/>
              </a:spcAft>
              <a:buFont typeface="Arial"/>
              <a:buChar char="•"/>
              <a:defRPr/>
            </a:pPr>
            <a:endParaRPr lang="en-US" sz="1600" b="0" i="0" u="none" strike="noStrike" cap="none" spc="0">
              <a:solidFill>
                <a:srgbClr val="ED3E1F"/>
              </a:solidFill>
              <a:latin typeface="Times New Roman"/>
              <a:cs typeface="Times New Roman"/>
            </a:endParaRPr>
          </a:p>
          <a:p>
            <a:pPr marL="261849" indent="-261849">
              <a:spcBef>
                <a:spcPts val="0"/>
              </a:spcBef>
              <a:spcAft>
                <a:spcPts val="0"/>
              </a:spcAft>
              <a:buFont typeface="Arial"/>
              <a:buChar char="•"/>
              <a:defRPr/>
            </a:pPr>
            <a:r>
              <a:rPr lang="en-US" sz="1600" b="0" i="0" u="none" strike="noStrike" cap="none" spc="0">
                <a:solidFill>
                  <a:srgbClr val="ED3E1F"/>
                </a:solidFill>
                <a:latin typeface="Times New Roman"/>
                <a:ea typeface="Times New Roman"/>
                <a:cs typeface="Times New Roman"/>
              </a:rPr>
              <a:t>Chinese</a:t>
            </a:r>
            <a:r>
              <a:rPr lang="en-US" sz="1600" b="0" i="0" u="none" strike="noStrike" cap="none" spc="0">
                <a:solidFill>
                  <a:srgbClr val="ED3E1F"/>
                </a:solidFill>
                <a:latin typeface="Times New Roman"/>
                <a:ea typeface="Times New Roman"/>
                <a:cs typeface="Times New Roman"/>
              </a:rPr>
              <a:t> people have </a:t>
            </a:r>
            <a:r>
              <a:rPr lang="en-US" sz="1600" b="0" i="0" u="none" strike="noStrike" cap="none" spc="0">
                <a:solidFill>
                  <a:srgbClr val="ED3E1F"/>
                </a:solidFill>
                <a:latin typeface="Times New Roman"/>
                <a:ea typeface="Times New Roman"/>
                <a:cs typeface="Times New Roman"/>
              </a:rPr>
              <a:t>tradition </a:t>
            </a:r>
            <a:r>
              <a:rPr lang="en-US" sz="1600" b="0" i="0" u="none" strike="noStrike" cap="none" spc="0">
                <a:solidFill>
                  <a:srgbClr val="ED3E1F"/>
                </a:solidFill>
                <a:latin typeface="Times New Roman"/>
                <a:ea typeface="Times New Roman"/>
                <a:cs typeface="Times New Roman"/>
              </a:rPr>
              <a:t>to give</a:t>
            </a:r>
            <a:r>
              <a:rPr lang="en-US" sz="1600" b="0" i="0" u="none" strike="noStrike" cap="none" spc="0">
                <a:solidFill>
                  <a:srgbClr val="ED3E1F"/>
                </a:solidFill>
                <a:latin typeface="Times New Roman"/>
                <a:ea typeface="Times New Roman"/>
                <a:cs typeface="Times New Roman"/>
              </a:rPr>
              <a:t> </a:t>
            </a:r>
            <a:r>
              <a:rPr lang="en-US" sz="1600" b="1" i="0" u="none" strike="noStrike" cap="none" spc="0">
                <a:solidFill>
                  <a:srgbClr val="ED3E1F"/>
                </a:solidFill>
                <a:latin typeface="Times New Roman"/>
                <a:ea typeface="Times New Roman"/>
                <a:cs typeface="Times New Roman"/>
              </a:rPr>
              <a:t>apples wrapped in colorful paper</a:t>
            </a:r>
            <a:r>
              <a:rPr lang="en-US" sz="1600" b="0" i="0" u="none" strike="noStrike" cap="none" spc="0">
                <a:solidFill>
                  <a:srgbClr val="ED3E1F"/>
                </a:solidFill>
                <a:latin typeface="Times New Roman"/>
                <a:ea typeface="Times New Roman"/>
                <a:cs typeface="Times New Roman"/>
              </a:rPr>
              <a:t>, symbolizing peace, as the word for "apple" in Chinese sounds similar to "peace."</a:t>
            </a:r>
            <a:r>
              <a:rPr lang="en-US" sz="1600" b="0" i="0" u="none" strike="noStrike" cap="none" spc="0">
                <a:solidFill>
                  <a:srgbClr val="ED3E1F"/>
                </a:solidFill>
                <a:latin typeface="Times New Roman"/>
                <a:ea typeface="Times New Roman"/>
                <a:cs typeface="Times New Roman"/>
              </a:rPr>
              <a:t> </a:t>
            </a:r>
            <a:endParaRPr lang="en-US" sz="1600">
              <a:solidFill>
                <a:srgbClr val="ED3E1F"/>
              </a:solidFill>
            </a:endParaRPr>
          </a:p>
          <a:p>
            <a:pPr marL="283878" indent="-283878">
              <a:spcBef>
                <a:spcPts val="0"/>
              </a:spcBef>
              <a:spcAft>
                <a:spcPts val="0"/>
              </a:spcAft>
              <a:buFont typeface="Arial"/>
              <a:buChar char="•"/>
              <a:defRPr/>
            </a:pPr>
            <a:endParaRPr lang="en-US" sz="1600" b="0" i="0" u="none" strike="noStrike" cap="none" spc="0">
              <a:solidFill>
                <a:srgbClr val="ED3E1F"/>
              </a:solidFill>
              <a:latin typeface="Times New Roman"/>
              <a:cs typeface="Times New Roman"/>
            </a:endParaRPr>
          </a:p>
          <a:p>
            <a:pPr marL="261849" indent="-261849">
              <a:spcBef>
                <a:spcPts val="0"/>
              </a:spcBef>
              <a:spcAft>
                <a:spcPts val="0"/>
              </a:spcAft>
              <a:buFont typeface="Arial"/>
              <a:buChar char="•"/>
              <a:defRPr/>
            </a:pPr>
            <a:r>
              <a:rPr lang="en-US" sz="1600" b="0" i="0" u="none" strike="noStrike" cap="none" spc="0">
                <a:solidFill>
                  <a:srgbClr val="ED3E1F"/>
                </a:solidFill>
                <a:latin typeface="Times New Roman"/>
                <a:ea typeface="Times New Roman"/>
                <a:cs typeface="Times New Roman"/>
              </a:rPr>
              <a:t>A traditional activity </a:t>
            </a:r>
            <a:r>
              <a:rPr lang="en-US" sz="1600" b="0" i="0" u="none" strike="noStrike" cap="none" spc="0">
                <a:solidFill>
                  <a:srgbClr val="ED3E1F"/>
                </a:solidFill>
                <a:latin typeface="Times New Roman"/>
                <a:ea typeface="Times New Roman"/>
                <a:cs typeface="Times New Roman"/>
              </a:rPr>
              <a:t>in </a:t>
            </a:r>
            <a:r>
              <a:rPr lang="en-US" sz="1600" b="0" i="0" u="none" strike="noStrike" cap="none" spc="0">
                <a:solidFill>
                  <a:srgbClr val="ED3E1F"/>
                </a:solidFill>
                <a:latin typeface="Times New Roman"/>
                <a:ea typeface="Times New Roman"/>
                <a:cs typeface="Times New Roman"/>
              </a:rPr>
              <a:t>Philippines</a:t>
            </a:r>
            <a:r>
              <a:rPr lang="en-US" sz="1600" b="0" i="0" u="none" strike="noStrike" cap="none" spc="0">
                <a:solidFill>
                  <a:srgbClr val="ED3E1F"/>
                </a:solidFill>
                <a:latin typeface="Times New Roman"/>
                <a:ea typeface="Times New Roman"/>
                <a:cs typeface="Times New Roman"/>
              </a:rPr>
              <a:t> </a:t>
            </a:r>
            <a:r>
              <a:rPr lang="en-US" sz="1600" b="0" i="0" u="none" strike="noStrike" cap="none" spc="0">
                <a:solidFill>
                  <a:srgbClr val="ED3E1F"/>
                </a:solidFill>
                <a:latin typeface="Times New Roman"/>
                <a:ea typeface="Times New Roman"/>
                <a:cs typeface="Times New Roman"/>
              </a:rPr>
              <a:t>is attending </a:t>
            </a:r>
            <a:r>
              <a:rPr lang="en-US" sz="1600" b="1" i="0" u="none" strike="noStrike" cap="none" spc="0">
                <a:solidFill>
                  <a:srgbClr val="ED3E1F"/>
                </a:solidFill>
                <a:latin typeface="Times New Roman"/>
                <a:ea typeface="Times New Roman"/>
                <a:cs typeface="Times New Roman"/>
              </a:rPr>
              <a:t>Simbang Gabi</a:t>
            </a:r>
            <a:r>
              <a:rPr lang="en-US" sz="1600" b="0" i="0" u="none" strike="noStrike" cap="none" spc="0">
                <a:solidFill>
                  <a:srgbClr val="ED3E1F"/>
                </a:solidFill>
                <a:latin typeface="Times New Roman"/>
                <a:ea typeface="Times New Roman"/>
                <a:cs typeface="Times New Roman"/>
              </a:rPr>
              <a:t>, a series of nine pre-dawn Masses leading up to Christmas Day.</a:t>
            </a:r>
            <a:r>
              <a:rPr lang="en-US" sz="1600" b="0" i="0" u="none" strike="noStrike" cap="none" spc="0">
                <a:solidFill>
                  <a:srgbClr val="ED3E1F"/>
                </a:solidFill>
                <a:latin typeface="Times New Roman"/>
                <a:ea typeface="Times New Roman"/>
                <a:cs typeface="Times New Roman"/>
              </a:rPr>
              <a:t> </a:t>
            </a:r>
            <a:endParaRPr lang="en-US" sz="1600">
              <a:solidFill>
                <a:srgbClr val="ED3E1F"/>
              </a:solidFill>
            </a:endParaRPr>
          </a:p>
          <a:p>
            <a:pPr marL="283878" indent="-283878">
              <a:spcBef>
                <a:spcPts val="0"/>
              </a:spcBef>
              <a:spcAft>
                <a:spcPts val="0"/>
              </a:spcAft>
              <a:buFont typeface="Arial"/>
              <a:buChar char="•"/>
              <a:defRPr/>
            </a:pPr>
            <a:endParaRPr lang="en-US" sz="1600" b="0" i="0" u="none" strike="noStrike" cap="none" spc="0">
              <a:solidFill>
                <a:srgbClr val="ED3E1F"/>
              </a:solidFill>
              <a:latin typeface="Times New Roman"/>
              <a:cs typeface="Times New Roman"/>
            </a:endParaRPr>
          </a:p>
          <a:p>
            <a:pPr marL="261849" indent="-261849">
              <a:spcBef>
                <a:spcPts val="0"/>
              </a:spcBef>
              <a:spcAft>
                <a:spcPts val="0"/>
              </a:spcAft>
              <a:buFont typeface="Arial"/>
              <a:buChar char="•"/>
              <a:defRPr/>
            </a:pPr>
            <a:r>
              <a:rPr lang="en-US" sz="1600" b="0" i="0" u="none" strike="noStrike" cap="none" spc="0">
                <a:solidFill>
                  <a:srgbClr val="ED3E1F"/>
                </a:solidFill>
                <a:latin typeface="Times New Roman"/>
                <a:ea typeface="Times New Roman"/>
                <a:cs typeface="Times New Roman"/>
              </a:rPr>
              <a:t>A traditional Christmas treat </a:t>
            </a:r>
            <a:r>
              <a:rPr lang="en-US" sz="1600" b="0" i="0" u="none" strike="noStrike" cap="none" spc="0">
                <a:solidFill>
                  <a:srgbClr val="ED3E1F"/>
                </a:solidFill>
                <a:latin typeface="Times New Roman"/>
                <a:ea typeface="Times New Roman"/>
                <a:cs typeface="Times New Roman"/>
              </a:rPr>
              <a:t>i</a:t>
            </a:r>
            <a:r>
              <a:rPr lang="en-US" sz="1600" b="0" i="0" u="none" strike="noStrike" cap="none" spc="0">
                <a:solidFill>
                  <a:srgbClr val="ED3E1F"/>
                </a:solidFill>
                <a:latin typeface="Times New Roman"/>
                <a:ea typeface="Times New Roman"/>
                <a:cs typeface="Times New Roman"/>
              </a:rPr>
              <a:t>n India</a:t>
            </a:r>
            <a:r>
              <a:rPr lang="en-US" sz="1600" b="0" i="0" u="none" strike="noStrike" cap="none" spc="0">
                <a:solidFill>
                  <a:srgbClr val="ED3E1F"/>
                </a:solidFill>
                <a:latin typeface="Times New Roman"/>
                <a:ea typeface="Times New Roman"/>
                <a:cs typeface="Times New Roman"/>
              </a:rPr>
              <a:t> </a:t>
            </a:r>
            <a:r>
              <a:rPr lang="en-US" sz="1600" b="0" i="0" u="none" strike="noStrike" cap="none" spc="0">
                <a:solidFill>
                  <a:srgbClr val="ED3E1F"/>
                </a:solidFill>
                <a:latin typeface="Times New Roman"/>
                <a:ea typeface="Times New Roman"/>
                <a:cs typeface="Times New Roman"/>
              </a:rPr>
              <a:t>is </a:t>
            </a:r>
            <a:r>
              <a:rPr lang="en-US" sz="1600" b="1" i="0" u="none" strike="noStrike" cap="none" spc="0">
                <a:solidFill>
                  <a:srgbClr val="ED3E1F"/>
                </a:solidFill>
                <a:latin typeface="Times New Roman"/>
                <a:ea typeface="Times New Roman"/>
                <a:cs typeface="Times New Roman"/>
              </a:rPr>
              <a:t>plum cake</a:t>
            </a:r>
            <a:r>
              <a:rPr lang="en-US" sz="1600" b="0" i="0" u="none" strike="noStrike" cap="none" spc="0">
                <a:solidFill>
                  <a:srgbClr val="ED3E1F"/>
                </a:solidFill>
                <a:latin typeface="Times New Roman"/>
                <a:ea typeface="Times New Roman"/>
                <a:cs typeface="Times New Roman"/>
              </a:rPr>
              <a:t>, often shared with friends and neighbors regardless of religion.</a:t>
            </a:r>
            <a:endParaRPr lang="en-US" sz="1600">
              <a:solidFill>
                <a:srgbClr val="ED3E1F"/>
              </a:solidFill>
            </a:endParaRPr>
          </a:p>
          <a:p>
            <a:pPr marL="283878" indent="-283878">
              <a:spcBef>
                <a:spcPts val="0"/>
              </a:spcBef>
              <a:spcAft>
                <a:spcPts val="0"/>
              </a:spcAft>
              <a:buFont typeface="Arial"/>
              <a:buChar char="•"/>
              <a:defRPr/>
            </a:pPr>
            <a:endParaRPr lang="en-US" sz="1600">
              <a:solidFill>
                <a:srgbClr val="ED3E1F"/>
              </a:solidFill>
            </a:endParaRPr>
          </a:p>
          <a:p>
            <a:pPr>
              <a:defRPr/>
            </a:pPr>
            <a:endParaRPr/>
          </a:p>
        </p:txBody>
      </p:sp>
      <p:grpSp>
        <p:nvGrpSpPr>
          <p:cNvPr id="1591817147" name=""/>
          <p:cNvGrpSpPr/>
          <p:nvPr/>
        </p:nvGrpSpPr>
        <p:grpSpPr bwMode="auto">
          <a:xfrm>
            <a:off x="4332985" y="627992"/>
            <a:ext cx="3526029" cy="598548"/>
            <a:chOff x="0" y="0"/>
            <a:chExt cx="3526029" cy="598548"/>
          </a:xfrm>
        </p:grpSpPr>
        <p:pic>
          <p:nvPicPr>
            <p:cNvPr id="2052282690" name=""/>
            <p:cNvPicPr>
              <a:picLocks noChangeAspect="1"/>
            </p:cNvPicPr>
            <p:nvPr/>
          </p:nvPicPr>
          <p:blipFill>
            <a:blip r:embed="rId3"/>
            <a:stretch/>
          </p:blipFill>
          <p:spPr bwMode="auto">
            <a:xfrm rot="16199969" flipH="0" flipV="0">
              <a:off x="96175" y="-96175"/>
              <a:ext cx="598548" cy="790899"/>
            </a:xfrm>
            <a:prstGeom prst="rect">
              <a:avLst/>
            </a:prstGeom>
          </p:spPr>
        </p:pic>
        <p:pic>
          <p:nvPicPr>
            <p:cNvPr id="1648896242" name=""/>
            <p:cNvPicPr>
              <a:picLocks noChangeAspect="1"/>
            </p:cNvPicPr>
            <p:nvPr/>
          </p:nvPicPr>
          <p:blipFill>
            <a:blip r:embed="rId3"/>
            <a:stretch/>
          </p:blipFill>
          <p:spPr bwMode="auto">
            <a:xfrm rot="16199969" flipH="0" flipV="1">
              <a:off x="2831305" y="-96175"/>
              <a:ext cx="598548" cy="790899"/>
            </a:xfrm>
            <a:prstGeom prst="rect">
              <a:avLst/>
            </a:prstGeom>
          </p:spPr>
        </p:pic>
      </p:grpSp>
      <p:grpSp>
        <p:nvGrpSpPr>
          <p:cNvPr id="748671552" name=""/>
          <p:cNvGrpSpPr/>
          <p:nvPr/>
        </p:nvGrpSpPr>
        <p:grpSpPr bwMode="auto">
          <a:xfrm>
            <a:off x="828614" y="861087"/>
            <a:ext cx="10561519" cy="1009305"/>
            <a:chOff x="0" y="0"/>
            <a:chExt cx="10561519" cy="1009305"/>
          </a:xfrm>
        </p:grpSpPr>
        <p:sp>
          <p:nvSpPr>
            <p:cNvPr id="601902910" name=""/>
            <p:cNvSpPr/>
            <p:nvPr/>
          </p:nvSpPr>
          <p:spPr bwMode="auto">
            <a:xfrm rot="0" flipH="0" flipV="0">
              <a:off x="0" y="0"/>
              <a:ext cx="1009305" cy="1009305"/>
            </a:xfrm>
            <a:prstGeom prst="flowChartConnector">
              <a:avLst/>
            </a:prstGeom>
            <a:gradFill>
              <a:gsLst>
                <a:gs pos="42000">
                  <a:srgbClr val="F7F5E9"/>
                </a:gs>
                <a:gs pos="100000">
                  <a:srgbClr val="DEC9A9"/>
                </a:gs>
              </a:gsLst>
              <a:path path="circle"/>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012010872" name=""/>
            <p:cNvSpPr/>
            <p:nvPr/>
          </p:nvSpPr>
          <p:spPr bwMode="auto">
            <a:xfrm rot="0" flipH="0" flipV="0">
              <a:off x="9552214" y="0"/>
              <a:ext cx="1009305" cy="1009305"/>
            </a:xfrm>
            <a:prstGeom prst="flowChartConnector">
              <a:avLst/>
            </a:prstGeom>
            <a:gradFill>
              <a:gsLst>
                <a:gs pos="42000">
                  <a:srgbClr val="F7F5E9"/>
                </a:gs>
                <a:gs pos="100000">
                  <a:srgbClr val="DEC9A9"/>
                </a:gs>
              </a:gsLst>
              <a:path path="circle"/>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grpSp>
      <p:pic>
        <p:nvPicPr>
          <p:cNvPr id="1805283268" name=""/>
          <p:cNvPicPr>
            <a:picLocks noChangeAspect="1"/>
          </p:cNvPicPr>
          <p:nvPr/>
        </p:nvPicPr>
        <p:blipFill>
          <a:blip r:embed="rId4"/>
          <a:stretch/>
        </p:blipFill>
        <p:spPr bwMode="auto">
          <a:xfrm rot="532540" flipH="0" flipV="0">
            <a:off x="868543" y="850156"/>
            <a:ext cx="955313" cy="924905"/>
          </a:xfrm>
          <a:prstGeom prst="rect">
            <a:avLst/>
          </a:prstGeom>
        </p:spPr>
      </p:pic>
      <p:pic>
        <p:nvPicPr>
          <p:cNvPr id="591225559" name=""/>
          <p:cNvPicPr>
            <a:picLocks noChangeAspect="1"/>
          </p:cNvPicPr>
          <p:nvPr/>
        </p:nvPicPr>
        <p:blipFill>
          <a:blip r:embed="rId5"/>
          <a:stretch/>
        </p:blipFill>
        <p:spPr bwMode="auto">
          <a:xfrm flipH="0" flipV="0">
            <a:off x="10380828" y="861087"/>
            <a:ext cx="994925" cy="9632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0" name=""/>
          <p:cNvCxnSpPr>
            <a:cxnSpLocks/>
          </p:cNvCxnSpPr>
          <p:nvPr/>
        </p:nvCxnSpPr>
        <p:spPr bwMode="auto">
          <a:xfrm flipH="0" flipV="0">
            <a:off x="8097642" y="5205295"/>
            <a:ext cx="0" cy="142138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nvGrpSpPr>
          <p:cNvPr id="720953722" name=""/>
          <p:cNvGrpSpPr/>
          <p:nvPr/>
        </p:nvGrpSpPr>
        <p:grpSpPr bwMode="auto">
          <a:xfrm flipH="0" flipV="0">
            <a:off x="9634752" y="4302677"/>
            <a:ext cx="1905837" cy="1905837"/>
            <a:chOff x="0" y="0"/>
            <a:chExt cx="1905837" cy="1905837"/>
          </a:xfrm>
        </p:grpSpPr>
        <p:sp>
          <p:nvSpPr>
            <p:cNvPr id="568994653" name=""/>
            <p:cNvSpPr/>
            <p:nvPr/>
          </p:nvSpPr>
          <p:spPr bwMode="auto">
            <a:xfrm rot="669398" flipH="0" flipV="0">
              <a:off x="0" y="0"/>
              <a:ext cx="1905837" cy="1905837"/>
            </a:xfrm>
            <a:prstGeom prst="flowChartConnector">
              <a:avLst/>
            </a:prstGeom>
            <a:solidFill>
              <a:srgbClr val="ED3E1F">
                <a:alpha val="99999"/>
              </a:srgbClr>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pic>
          <p:nvPicPr>
            <p:cNvPr id="1653392734" name=""/>
            <p:cNvPicPr>
              <a:picLocks noChangeAspect="1"/>
            </p:cNvPicPr>
            <p:nvPr/>
          </p:nvPicPr>
          <p:blipFill>
            <a:blip r:embed="rId3"/>
            <a:stretch/>
          </p:blipFill>
          <p:spPr bwMode="auto">
            <a:xfrm rot="669398" flipH="0" flipV="0">
              <a:off x="28864" y="38897"/>
              <a:ext cx="1848108" cy="1828040"/>
            </a:xfrm>
            <a:prstGeom prst="rect">
              <a:avLst/>
            </a:prstGeom>
          </p:spPr>
        </p:pic>
      </p:grpSp>
      <p:sp>
        <p:nvSpPr>
          <p:cNvPr id="692266560" name=""/>
          <p:cNvSpPr/>
          <p:nvPr/>
        </p:nvSpPr>
        <p:spPr bwMode="auto">
          <a:xfrm flipH="0" flipV="0">
            <a:off x="253630" y="216961"/>
            <a:ext cx="11684737" cy="6369646"/>
          </a:xfrm>
          <a:prstGeom prst="rect">
            <a:avLst/>
          </a:prstGeom>
          <a:noFill/>
          <a:ln w="28575" cap="flat" cmpd="sng" algn="ctr">
            <a:solidFill>
              <a:srgbClr val="FA3E1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792821644" name=""/>
          <p:cNvSpPr txBox="1"/>
          <p:nvPr/>
        </p:nvSpPr>
        <p:spPr bwMode="auto">
          <a:xfrm rot="0" flipH="0" flipV="0">
            <a:off x="536400" y="648000"/>
            <a:ext cx="4726668" cy="518519"/>
          </a:xfrm>
          <a:prstGeom prst="rect">
            <a:avLst/>
          </a:prstGeom>
          <a:noFill/>
        </p:spPr>
        <p:txBody>
          <a:bodyPr vertOverflow="overflow" horzOverflow="overflow" vert="horz" wrap="none" lIns="0" tIns="0" rIns="0" bIns="0" numCol="1" spcCol="0" rtlCol="0" fromWordArt="0" anchor="t" anchorCtr="0" forceAA="0" upright="0" compatLnSpc="0">
            <a:spAutoFit/>
          </a:bodyPr>
          <a:p>
            <a:pPr algn="l">
              <a:defRPr/>
            </a:pPr>
            <a:r>
              <a:rPr lang="en-US" sz="3400" b="1" i="0" u="none" strike="noStrike" cap="none" spc="0">
                <a:solidFill>
                  <a:srgbClr val="ED3E1F"/>
                </a:solidFill>
                <a:latin typeface="Times New Roman"/>
                <a:ea typeface="Times New Roman"/>
                <a:cs typeface="Times New Roman"/>
              </a:rPr>
              <a:t>Santa’s Journey Timeline</a:t>
            </a:r>
            <a:endParaRPr>
              <a:solidFill>
                <a:srgbClr val="ED3E1F"/>
              </a:solidFill>
            </a:endParaRPr>
          </a:p>
        </p:txBody>
      </p:sp>
      <p:sp>
        <p:nvSpPr>
          <p:cNvPr id="1330397575" name=""/>
          <p:cNvSpPr/>
          <p:nvPr/>
        </p:nvSpPr>
        <p:spPr bwMode="auto">
          <a:xfrm rot="452956" flipH="1" flipV="0">
            <a:off x="6522013" y="4756145"/>
            <a:ext cx="2856039" cy="639534"/>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defRPr/>
            </a:pPr>
            <a:r>
              <a:rPr lang="en-US" sz="2000" b="1" i="0" u="none">
                <a:solidFill>
                  <a:srgbClr val="FCEAD2"/>
                </a:solidFill>
                <a:latin typeface="Times New Roman"/>
                <a:ea typeface="Times New Roman"/>
                <a:cs typeface="Times New Roman"/>
              </a:rPr>
              <a:t> - </a:t>
            </a:r>
            <a:r>
              <a:rPr sz="2000" b="1" i="0" u="none">
                <a:solidFill>
                  <a:srgbClr val="FCEAD2"/>
                </a:solidFill>
                <a:latin typeface="Times New Roman"/>
                <a:ea typeface="Times New Roman"/>
                <a:cs typeface="Times New Roman"/>
              </a:rPr>
              <a:t>Home Sweet Home</a:t>
            </a:r>
            <a:r>
              <a:rPr lang="en-US" sz="2000">
                <a:solidFill>
                  <a:srgbClr val="FCEAD2"/>
                </a:solidFill>
                <a:latin typeface="Times New Roman"/>
                <a:ea typeface="Times New Roman"/>
                <a:cs typeface="Times New Roman"/>
              </a:rPr>
              <a:t>. </a:t>
            </a:r>
            <a:endParaRPr lang="en-US" sz="2000">
              <a:solidFill>
                <a:srgbClr val="FCEAD2"/>
              </a:solidFill>
              <a:latin typeface="Times New Roman"/>
              <a:ea typeface="Times New Roman"/>
              <a:cs typeface="Times New Roman"/>
            </a:endParaRPr>
          </a:p>
          <a:p>
            <a:pPr>
              <a:defRPr/>
            </a:pPr>
            <a:r>
              <a:rPr lang="en-US" sz="2000">
                <a:solidFill>
                  <a:srgbClr val="FCEAD2"/>
                </a:solidFill>
                <a:latin typeface="Times New Roman"/>
                <a:ea typeface="Times New Roman"/>
                <a:cs typeface="Times New Roman"/>
              </a:rPr>
              <a:t>    See you next year!</a:t>
            </a:r>
            <a:endParaRPr sz="2000" b="1" i="0" u="none">
              <a:solidFill>
                <a:srgbClr val="FCEAD2"/>
              </a:solidFill>
              <a:latin typeface="Times New Roman"/>
              <a:cs typeface="Times New Roman"/>
            </a:endParaRPr>
          </a:p>
        </p:txBody>
      </p:sp>
      <p:sp>
        <p:nvSpPr>
          <p:cNvPr id="1637701375" name=""/>
          <p:cNvSpPr txBox="1"/>
          <p:nvPr/>
        </p:nvSpPr>
        <p:spPr bwMode="auto">
          <a:xfrm flipH="0" flipV="0">
            <a:off x="7699010" y="4112344"/>
            <a:ext cx="797265"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6 AM</a:t>
            </a:r>
            <a:endParaRPr/>
          </a:p>
        </p:txBody>
      </p:sp>
      <p:grpSp>
        <p:nvGrpSpPr>
          <p:cNvPr id="539464455" name=""/>
          <p:cNvGrpSpPr/>
          <p:nvPr/>
        </p:nvGrpSpPr>
        <p:grpSpPr bwMode="auto">
          <a:xfrm>
            <a:off x="658017" y="4449268"/>
            <a:ext cx="1537629" cy="1676181"/>
            <a:chOff x="0" y="0"/>
            <a:chExt cx="1537629" cy="1676181"/>
          </a:xfrm>
        </p:grpSpPr>
        <p:sp>
          <p:nvSpPr>
            <p:cNvPr id="675312082" name=""/>
            <p:cNvSpPr/>
            <p:nvPr/>
          </p:nvSpPr>
          <p:spPr bwMode="auto">
            <a:xfrm flipH="0" flipV="0">
              <a:off x="0" y="396599"/>
              <a:ext cx="1537629"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sz="2000" b="1" i="0" u="none">
                  <a:solidFill>
                    <a:srgbClr val="F7F5E9"/>
                  </a:solidFill>
                  <a:latin typeface="Times New Roman"/>
                  <a:ea typeface="Times New Roman"/>
                  <a:cs typeface="Times New Roman"/>
                </a:rPr>
                <a:t> North Pole</a:t>
              </a:r>
              <a:endParaRPr>
                <a:solidFill>
                  <a:srgbClr val="F7F5E9"/>
                </a:solidFill>
              </a:endParaRPr>
            </a:p>
          </p:txBody>
        </p:sp>
        <p:sp>
          <p:nvSpPr>
            <p:cNvPr id="636933498" name=""/>
            <p:cNvSpPr txBox="1"/>
            <p:nvPr/>
          </p:nvSpPr>
          <p:spPr bwMode="auto">
            <a:xfrm flipH="0" flipV="0">
              <a:off x="234643" y="0"/>
              <a:ext cx="768986"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6 PM</a:t>
              </a:r>
              <a:endParaRPr/>
            </a:p>
          </p:txBody>
        </p:sp>
        <p:cxnSp>
          <p:nvCxnSpPr>
            <p:cNvPr id="0" name=""/>
            <p:cNvCxnSpPr>
              <a:cxnSpLocks/>
            </p:cNvCxnSpPr>
            <p:nvPr/>
          </p:nvCxnSpPr>
          <p:spPr bwMode="auto">
            <a:xfrm flipH="0" flipV="0">
              <a:off x="619137"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811608547" name=""/>
          <p:cNvGrpSpPr/>
          <p:nvPr/>
        </p:nvGrpSpPr>
        <p:grpSpPr bwMode="auto">
          <a:xfrm flipH="0" flipV="0">
            <a:off x="2467335" y="3509430"/>
            <a:ext cx="1517208" cy="1676181"/>
            <a:chOff x="0" y="0"/>
            <a:chExt cx="1517208" cy="1676181"/>
          </a:xfrm>
        </p:grpSpPr>
        <p:sp>
          <p:nvSpPr>
            <p:cNvPr id="278954015" name=""/>
            <p:cNvSpPr/>
            <p:nvPr/>
          </p:nvSpPr>
          <p:spPr bwMode="auto">
            <a:xfrm flipH="0" flipV="0">
              <a:off x="0" y="396599"/>
              <a:ext cx="1517208"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lang="en-US" sz="2000" b="1">
                  <a:solidFill>
                    <a:srgbClr val="F7F5E9"/>
                  </a:solidFill>
                  <a:latin typeface="Times New Roman"/>
                  <a:ea typeface="Times New Roman"/>
                  <a:cs typeface="Times New Roman"/>
                </a:rPr>
                <a:t>Australia</a:t>
              </a:r>
              <a:endParaRPr sz="2000" b="1">
                <a:solidFill>
                  <a:srgbClr val="F7F5E9"/>
                </a:solidFill>
                <a:latin typeface="Times New Roman"/>
                <a:cs typeface="Times New Roman"/>
              </a:endParaRPr>
            </a:p>
          </p:txBody>
        </p:sp>
        <p:sp>
          <p:nvSpPr>
            <p:cNvPr id="1041096572" name=""/>
            <p:cNvSpPr txBox="1"/>
            <p:nvPr/>
          </p:nvSpPr>
          <p:spPr bwMode="auto">
            <a:xfrm flipH="0" flipV="0">
              <a:off x="225870" y="0"/>
              <a:ext cx="95187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8 PM</a:t>
              </a:r>
              <a:endParaRPr/>
            </a:p>
          </p:txBody>
        </p:sp>
        <p:cxnSp>
          <p:nvCxnSpPr>
            <p:cNvPr id="862270727" name=""/>
            <p:cNvCxnSpPr>
              <a:cxnSpLocks/>
            </p:cNvCxnSpPr>
            <p:nvPr/>
          </p:nvCxnSpPr>
          <p:spPr bwMode="auto">
            <a:xfrm flipH="0" flipV="0">
              <a:off x="595988"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565586427" name=""/>
          <p:cNvGrpSpPr/>
          <p:nvPr/>
        </p:nvGrpSpPr>
        <p:grpSpPr bwMode="auto">
          <a:xfrm>
            <a:off x="8077393" y="929584"/>
            <a:ext cx="1351330" cy="1676181"/>
            <a:chOff x="0" y="0"/>
            <a:chExt cx="1351330" cy="1676181"/>
          </a:xfrm>
        </p:grpSpPr>
        <p:sp>
          <p:nvSpPr>
            <p:cNvPr id="177066242" name=""/>
            <p:cNvSpPr/>
            <p:nvPr/>
          </p:nvSpPr>
          <p:spPr bwMode="auto">
            <a:xfrm flipH="0" flipV="0">
              <a:off x="0" y="396599"/>
              <a:ext cx="1351330"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lang="en-US" sz="2000" b="1">
                  <a:solidFill>
                    <a:srgbClr val="FCEAD2"/>
                  </a:solidFill>
                  <a:latin typeface="Times New Roman"/>
                  <a:ea typeface="Times New Roman"/>
                  <a:cs typeface="Times New Roman"/>
                </a:rPr>
                <a:t>Africa</a:t>
              </a:r>
              <a:endParaRPr sz="2000" b="1">
                <a:solidFill>
                  <a:srgbClr val="FCEAD2"/>
                </a:solidFill>
                <a:latin typeface="Times New Roman"/>
                <a:cs typeface="Times New Roman"/>
              </a:endParaRPr>
            </a:p>
          </p:txBody>
        </p:sp>
        <p:sp>
          <p:nvSpPr>
            <p:cNvPr id="597070168" name=""/>
            <p:cNvSpPr txBox="1"/>
            <p:nvPr/>
          </p:nvSpPr>
          <p:spPr bwMode="auto">
            <a:xfrm flipH="0" flipV="0">
              <a:off x="139098" y="0"/>
              <a:ext cx="797265"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4 AM</a:t>
              </a:r>
              <a:endParaRPr/>
            </a:p>
          </p:txBody>
        </p:sp>
        <p:cxnSp>
          <p:nvCxnSpPr>
            <p:cNvPr id="1074805273" name=""/>
            <p:cNvCxnSpPr>
              <a:cxnSpLocks/>
            </p:cNvCxnSpPr>
            <p:nvPr/>
          </p:nvCxnSpPr>
          <p:spPr bwMode="auto">
            <a:xfrm flipH="0" flipV="0">
              <a:off x="523592"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1273914656" name=""/>
          <p:cNvGrpSpPr/>
          <p:nvPr/>
        </p:nvGrpSpPr>
        <p:grpSpPr bwMode="auto">
          <a:xfrm>
            <a:off x="10179523" y="410130"/>
            <a:ext cx="1537629" cy="1676181"/>
            <a:chOff x="0" y="0"/>
            <a:chExt cx="1537629" cy="1676181"/>
          </a:xfrm>
        </p:grpSpPr>
        <p:sp>
          <p:nvSpPr>
            <p:cNvPr id="2046780384" name=""/>
            <p:cNvSpPr/>
            <p:nvPr/>
          </p:nvSpPr>
          <p:spPr bwMode="auto">
            <a:xfrm flipH="0" flipV="0">
              <a:off x="0" y="396599"/>
              <a:ext cx="1537629"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lang="en-US" sz="2000" b="1">
                  <a:solidFill>
                    <a:srgbClr val="FCEAD2"/>
                  </a:solidFill>
                  <a:latin typeface="Times New Roman"/>
                  <a:ea typeface="Times New Roman"/>
                  <a:cs typeface="Times New Roman"/>
                </a:rPr>
                <a:t>Americas</a:t>
              </a:r>
              <a:endParaRPr sz="2000" b="1">
                <a:solidFill>
                  <a:srgbClr val="FCEAD2"/>
                </a:solidFill>
                <a:latin typeface="Times New Roman"/>
                <a:cs typeface="Times New Roman"/>
              </a:endParaRPr>
            </a:p>
          </p:txBody>
        </p:sp>
        <p:sp>
          <p:nvSpPr>
            <p:cNvPr id="726001050" name=""/>
            <p:cNvSpPr txBox="1"/>
            <p:nvPr/>
          </p:nvSpPr>
          <p:spPr bwMode="auto">
            <a:xfrm flipH="0" flipV="0">
              <a:off x="234643" y="0"/>
              <a:ext cx="797265"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8 AM</a:t>
              </a:r>
              <a:endParaRPr/>
            </a:p>
          </p:txBody>
        </p:sp>
        <p:cxnSp>
          <p:nvCxnSpPr>
            <p:cNvPr id="747890767" name=""/>
            <p:cNvCxnSpPr>
              <a:cxnSpLocks/>
            </p:cNvCxnSpPr>
            <p:nvPr/>
          </p:nvCxnSpPr>
          <p:spPr bwMode="auto">
            <a:xfrm flipH="0" flipV="0">
              <a:off x="619137"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405504240" name=""/>
          <p:cNvGrpSpPr/>
          <p:nvPr/>
        </p:nvGrpSpPr>
        <p:grpSpPr bwMode="auto">
          <a:xfrm>
            <a:off x="4375235" y="2689946"/>
            <a:ext cx="1294385" cy="1676181"/>
            <a:chOff x="0" y="0"/>
            <a:chExt cx="1294385" cy="1676181"/>
          </a:xfrm>
        </p:grpSpPr>
        <p:sp>
          <p:nvSpPr>
            <p:cNvPr id="119107110" name=""/>
            <p:cNvSpPr/>
            <p:nvPr/>
          </p:nvSpPr>
          <p:spPr bwMode="auto">
            <a:xfrm rot="0" flipH="0" flipV="0">
              <a:off x="0" y="396599"/>
              <a:ext cx="1294385"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lang="en-US" sz="2000" b="1">
                  <a:solidFill>
                    <a:srgbClr val="FCEAD2"/>
                  </a:solidFill>
                  <a:latin typeface="Times New Roman"/>
                  <a:ea typeface="Times New Roman"/>
                  <a:cs typeface="Times New Roman"/>
                </a:rPr>
                <a:t>Asia</a:t>
              </a:r>
              <a:endParaRPr sz="2000" b="1">
                <a:solidFill>
                  <a:srgbClr val="FCEAD2"/>
                </a:solidFill>
                <a:latin typeface="Times New Roman"/>
                <a:cs typeface="Times New Roman"/>
              </a:endParaRPr>
            </a:p>
          </p:txBody>
        </p:sp>
        <p:sp>
          <p:nvSpPr>
            <p:cNvPr id="1807651711" name=""/>
            <p:cNvSpPr txBox="1"/>
            <p:nvPr/>
          </p:nvSpPr>
          <p:spPr bwMode="auto">
            <a:xfrm rot="0" flipH="0" flipV="0">
              <a:off x="153000" y="0"/>
              <a:ext cx="895986"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12 PM</a:t>
              </a:r>
              <a:endParaRPr/>
            </a:p>
          </p:txBody>
        </p:sp>
        <p:cxnSp>
          <p:nvCxnSpPr>
            <p:cNvPr id="123716695" name=""/>
            <p:cNvCxnSpPr>
              <a:cxnSpLocks/>
            </p:cNvCxnSpPr>
            <p:nvPr/>
          </p:nvCxnSpPr>
          <p:spPr bwMode="auto">
            <a:xfrm rot="0" flipH="0" flipV="0">
              <a:off x="537494"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grpSp>
        <p:nvGrpSpPr>
          <p:cNvPr id="672890935" name=""/>
          <p:cNvGrpSpPr/>
          <p:nvPr/>
        </p:nvGrpSpPr>
        <p:grpSpPr bwMode="auto">
          <a:xfrm>
            <a:off x="6140594" y="1794150"/>
            <a:ext cx="1306285" cy="1676181"/>
            <a:chOff x="0" y="0"/>
            <a:chExt cx="1306285" cy="1676181"/>
          </a:xfrm>
        </p:grpSpPr>
        <p:sp>
          <p:nvSpPr>
            <p:cNvPr id="2125010241" name=""/>
            <p:cNvSpPr/>
            <p:nvPr/>
          </p:nvSpPr>
          <p:spPr bwMode="auto">
            <a:xfrm rot="0" flipH="0" flipV="0">
              <a:off x="0" y="396599"/>
              <a:ext cx="1306285" cy="680356"/>
            </a:xfrm>
            <a:prstGeom prst="homePlate">
              <a:avLst>
                <a:gd name="adj" fmla="val 50000"/>
              </a:avLst>
            </a:prstGeom>
            <a:solidFill>
              <a:srgbClr val="ED3E1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upright="0" compatLnSpc="0"/>
            <a:p>
              <a:pPr algn="ctr">
                <a:defRPr/>
              </a:pPr>
              <a:r>
                <a:rPr lang="en-US" sz="2000" b="1">
                  <a:solidFill>
                    <a:srgbClr val="FCEAD2"/>
                  </a:solidFill>
                  <a:latin typeface="Times New Roman"/>
                  <a:ea typeface="Times New Roman"/>
                  <a:cs typeface="Times New Roman"/>
                </a:rPr>
                <a:t>Europe</a:t>
              </a:r>
              <a:endParaRPr sz="2000" b="1">
                <a:solidFill>
                  <a:srgbClr val="FCEAD2"/>
                </a:solidFill>
                <a:latin typeface="Times New Roman"/>
                <a:cs typeface="Times New Roman"/>
              </a:endParaRPr>
            </a:p>
          </p:txBody>
        </p:sp>
        <p:sp>
          <p:nvSpPr>
            <p:cNvPr id="1328050984" name=""/>
            <p:cNvSpPr txBox="1"/>
            <p:nvPr/>
          </p:nvSpPr>
          <p:spPr bwMode="auto">
            <a:xfrm rot="0" flipH="0" flipV="0">
              <a:off x="170487" y="0"/>
              <a:ext cx="797265"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US" sz="2000" b="1">
                  <a:solidFill>
                    <a:srgbClr val="ED3E1F"/>
                  </a:solidFill>
                  <a:latin typeface="Times New Roman"/>
                  <a:ea typeface="Times New Roman"/>
                  <a:cs typeface="Times New Roman"/>
                </a:rPr>
                <a:t>2 AM</a:t>
              </a:r>
              <a:endParaRPr/>
            </a:p>
          </p:txBody>
        </p:sp>
        <p:cxnSp>
          <p:nvCxnSpPr>
            <p:cNvPr id="997979955" name=""/>
            <p:cNvCxnSpPr>
              <a:cxnSpLocks/>
            </p:cNvCxnSpPr>
            <p:nvPr/>
          </p:nvCxnSpPr>
          <p:spPr bwMode="auto">
            <a:xfrm rot="0" flipH="0" flipV="0">
              <a:off x="569119" y="1023039"/>
              <a:ext cx="0" cy="653142"/>
            </a:xfrm>
            <a:prstGeom prst="line">
              <a:avLst/>
            </a:prstGeom>
            <a:ln w="38099" cap="flat" cmpd="sng" algn="ctr">
              <a:solidFill>
                <a:srgbClr val="ED3E1F"/>
              </a:solidFill>
              <a:prstDash val="solid"/>
              <a:miter lim="800000"/>
            </a:ln>
          </p:spPr>
          <p:style>
            <a:lnRef idx="1">
              <a:schemeClr val="accent1">
                <a:shade val="50000"/>
              </a:schemeClr>
            </a:lnRef>
            <a:fillRef idx="0">
              <a:schemeClr val="accent1"/>
            </a:fillRef>
            <a:effectRef idx="0">
              <a:schemeClr val="accent1"/>
            </a:effectRef>
            <a:fontRef idx="minor">
              <a:schemeClr val="tx1"/>
            </a:fontRef>
          </p:style>
        </p:cxnSp>
      </p:grpSp>
      <p:sp>
        <p:nvSpPr>
          <p:cNvPr id="1414656685" name=""/>
          <p:cNvSpPr/>
          <p:nvPr/>
        </p:nvSpPr>
        <p:spPr bwMode="auto">
          <a:xfrm flipH="0" flipV="0">
            <a:off x="1147885" y="6114487"/>
            <a:ext cx="258535" cy="258535"/>
          </a:xfrm>
          <a:prstGeom prst="flowChartConnector">
            <a:avLst/>
          </a:prstGeom>
          <a:solidFill>
            <a:srgbClr val="7B94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139709949" name=""/>
          <p:cNvSpPr/>
          <p:nvPr/>
        </p:nvSpPr>
        <p:spPr bwMode="auto">
          <a:xfrm>
            <a:off x="3348749" y="5143500"/>
            <a:ext cx="244928" cy="81642"/>
          </a:xfrm>
          <a:custGeom>
            <a:avLst/>
            <a:gdLst/>
            <a:ahLst/>
            <a:cxnLst/>
            <a:rect l="l" t="t" r="r" b="b"/>
            <a:pathLst>
              <a:path w="43200" h="43200" fill="none" stroke="1" extrusionOk="0">
                <a:moveTo>
                  <a:pt x="0" y="43200"/>
                </a:moveTo>
                <a:cubicBezTo>
                  <a:pt x="7200" y="43200"/>
                  <a:pt x="16800" y="35999"/>
                  <a:pt x="31200" y="14400"/>
                </a:cubicBez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930667888" name=""/>
          <p:cNvSpPr/>
          <p:nvPr/>
        </p:nvSpPr>
        <p:spPr bwMode="auto">
          <a:xfrm>
            <a:off x="5022428" y="4299856"/>
            <a:ext cx="244928" cy="122464"/>
          </a:xfrm>
          <a:custGeom>
            <a:avLst/>
            <a:gdLst/>
            <a:ahLst/>
            <a:cxnLst/>
            <a:rect l="l" t="t" r="r" b="b"/>
            <a:pathLst>
              <a:path w="43200" h="43200" fill="none" stroke="1" extrusionOk="0">
                <a:moveTo>
                  <a:pt x="0" y="43200"/>
                </a:move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70727421" name=""/>
          <p:cNvSpPr/>
          <p:nvPr/>
        </p:nvSpPr>
        <p:spPr bwMode="auto">
          <a:xfrm>
            <a:off x="7485321" y="3129642"/>
            <a:ext cx="258535" cy="81642"/>
          </a:xfrm>
          <a:custGeom>
            <a:avLst/>
            <a:gdLst/>
            <a:ahLst/>
            <a:cxnLst/>
            <a:rect l="l" t="t" r="r" b="b"/>
            <a:pathLst>
              <a:path w="43200" h="43200" fill="none" stroke="1" extrusionOk="0">
                <a:moveTo>
                  <a:pt x="0" y="43200"/>
                </a:moveTo>
                <a:quadBezTo>
                  <a:pt x="13642" y="28800"/>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69995890" name=""/>
          <p:cNvSpPr/>
          <p:nvPr/>
        </p:nvSpPr>
        <p:spPr bwMode="auto">
          <a:xfrm>
            <a:off x="9131785" y="2530928"/>
            <a:ext cx="326571" cy="95249"/>
          </a:xfrm>
          <a:custGeom>
            <a:avLst/>
            <a:gdLst/>
            <a:ahLst/>
            <a:cxnLst/>
            <a:rect l="l" t="t" r="r" b="b"/>
            <a:pathLst>
              <a:path w="43200" h="43200" fill="none" stroke="1" extrusionOk="0">
                <a:moveTo>
                  <a:pt x="0" y="43200"/>
                </a:moveTo>
                <a:cubicBezTo>
                  <a:pt x="25200" y="12342"/>
                  <a:pt x="32400" y="12342"/>
                  <a:pt x="43200" y="0"/>
                </a:cubic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123350497" name=""/>
          <p:cNvSpPr/>
          <p:nvPr/>
        </p:nvSpPr>
        <p:spPr bwMode="auto">
          <a:xfrm>
            <a:off x="10587749" y="2136321"/>
            <a:ext cx="421821" cy="68035"/>
          </a:xfrm>
          <a:custGeom>
            <a:avLst/>
            <a:gdLst/>
            <a:ahLst/>
            <a:cxnLst/>
            <a:rect l="l" t="t" r="r" b="b"/>
            <a:pathLst>
              <a:path w="43200" h="43200" fill="none" stroke="1" extrusionOk="0">
                <a:moveTo>
                  <a:pt x="0" y="43200"/>
                </a:moveTo>
                <a:quadBezTo>
                  <a:pt x="23690" y="17280"/>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886305692" name=""/>
          <p:cNvSpPr/>
          <p:nvPr/>
        </p:nvSpPr>
        <p:spPr bwMode="auto">
          <a:xfrm>
            <a:off x="11921249" y="2231571"/>
            <a:ext cx="285750" cy="95249"/>
          </a:xfrm>
          <a:custGeom>
            <a:avLst/>
            <a:gdLst/>
            <a:ahLst/>
            <a:cxnLst/>
            <a:rect l="l" t="t" r="r" b="b"/>
            <a:pathLst>
              <a:path w="43200" h="43200" fill="none" stroke="1" extrusionOk="0">
                <a:moveTo>
                  <a:pt x="0" y="0"/>
                </a:moveTo>
                <a:cubicBezTo>
                  <a:pt x="6171" y="0"/>
                  <a:pt x="14399" y="12342"/>
                  <a:pt x="24685" y="18514"/>
                </a:cubicBezTo>
                <a:lnTo>
                  <a:pt x="4320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573105088" name=""/>
          <p:cNvSpPr/>
          <p:nvPr/>
        </p:nvSpPr>
        <p:spPr bwMode="auto">
          <a:xfrm>
            <a:off x="12057321" y="4884964"/>
            <a:ext cx="149678" cy="95249"/>
          </a:xfrm>
          <a:custGeom>
            <a:avLst/>
            <a:gdLst/>
            <a:ahLst/>
            <a:cxnLst/>
            <a:rect l="l" t="t" r="r" b="b"/>
            <a:pathLst>
              <a:path w="43200" h="43200" fill="none" stroke="1" extrusionOk="0">
                <a:moveTo>
                  <a:pt x="43200" y="43200"/>
                </a:moveTo>
                <a:cubicBezTo>
                  <a:pt x="27490" y="24685"/>
                  <a:pt x="11781" y="6171"/>
                  <a:pt x="0" y="0"/>
                </a:cubic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99079633" name=""/>
          <p:cNvSpPr/>
          <p:nvPr/>
        </p:nvSpPr>
        <p:spPr bwMode="auto">
          <a:xfrm>
            <a:off x="11649106" y="4558392"/>
            <a:ext cx="204107" cy="176892"/>
          </a:xfrm>
          <a:custGeom>
            <a:avLst/>
            <a:gdLst/>
            <a:ahLst/>
            <a:cxnLst/>
            <a:rect l="l" t="t" r="r" b="b"/>
            <a:pathLst>
              <a:path w="43200" h="43200" fill="none" stroke="1" extrusionOk="0">
                <a:moveTo>
                  <a:pt x="43200" y="43200"/>
                </a:moveTo>
                <a:cubicBezTo>
                  <a:pt x="31679" y="29907"/>
                  <a:pt x="23040" y="23261"/>
                  <a:pt x="11520" y="13292"/>
                </a:cubicBezTo>
                <a:quadBezTo>
                  <a:pt x="5759" y="6646"/>
                  <a:pt x="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598474588" name=""/>
          <p:cNvSpPr/>
          <p:nvPr/>
        </p:nvSpPr>
        <p:spPr bwMode="auto">
          <a:xfrm>
            <a:off x="11268106" y="4245428"/>
            <a:ext cx="204107" cy="176892"/>
          </a:xfrm>
          <a:custGeom>
            <a:avLst/>
            <a:gdLst/>
            <a:ahLst/>
            <a:cxnLst/>
            <a:rect l="l" t="t" r="r" b="b"/>
            <a:pathLst>
              <a:path w="43200" h="43200" fill="none" stroke="1" extrusionOk="0">
                <a:moveTo>
                  <a:pt x="43200" y="43200"/>
                </a:moveTo>
                <a:cubicBezTo>
                  <a:pt x="31680" y="33230"/>
                  <a:pt x="20160" y="19938"/>
                  <a:pt x="14400" y="13292"/>
                </a:cubicBezTo>
                <a:lnTo>
                  <a:pt x="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495070634" name=""/>
          <p:cNvSpPr/>
          <p:nvPr/>
        </p:nvSpPr>
        <p:spPr bwMode="auto">
          <a:xfrm>
            <a:off x="11050392" y="4109356"/>
            <a:ext cx="122464" cy="54428"/>
          </a:xfrm>
          <a:custGeom>
            <a:avLst/>
            <a:gdLst/>
            <a:ahLst/>
            <a:cxnLst/>
            <a:rect l="l" t="t" r="r" b="b"/>
            <a:pathLst>
              <a:path w="43200" h="43200" fill="none" stroke="1" extrusionOk="0">
                <a:moveTo>
                  <a:pt x="43200" y="43200"/>
                </a:moveTo>
                <a:cubicBezTo>
                  <a:pt x="33600" y="21600"/>
                  <a:pt x="14400" y="10800"/>
                  <a:pt x="0" y="0"/>
                </a:cubic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197718146" name=""/>
          <p:cNvSpPr/>
          <p:nvPr/>
        </p:nvSpPr>
        <p:spPr bwMode="auto">
          <a:xfrm>
            <a:off x="1484571" y="6000750"/>
            <a:ext cx="204107" cy="149678"/>
          </a:xfrm>
          <a:custGeom>
            <a:avLst/>
            <a:gdLst/>
            <a:ahLst/>
            <a:cxnLst/>
            <a:rect l="l" t="t" r="r" b="b"/>
            <a:pathLst>
              <a:path w="43200" h="43200" fill="none" stroke="1" extrusionOk="0">
                <a:moveTo>
                  <a:pt x="0" y="43200"/>
                </a:moveTo>
                <a:quadBezTo>
                  <a:pt x="31679" y="11781"/>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219428781" name=""/>
          <p:cNvSpPr/>
          <p:nvPr/>
        </p:nvSpPr>
        <p:spPr bwMode="auto">
          <a:xfrm>
            <a:off x="1892785" y="5742214"/>
            <a:ext cx="231321" cy="122464"/>
          </a:xfrm>
          <a:custGeom>
            <a:avLst/>
            <a:gdLst/>
            <a:ahLst/>
            <a:cxnLst/>
            <a:rect l="l" t="t" r="r" b="b"/>
            <a:pathLst>
              <a:path w="43200" h="43200" fill="none" stroke="1" extrusionOk="0">
                <a:moveTo>
                  <a:pt x="0" y="43200"/>
                </a:moveTo>
                <a:cubicBezTo>
                  <a:pt x="20329" y="24000"/>
                  <a:pt x="27952" y="19199"/>
                  <a:pt x="35576" y="9599"/>
                </a:cubicBez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784360651" name=""/>
          <p:cNvSpPr/>
          <p:nvPr/>
        </p:nvSpPr>
        <p:spPr bwMode="auto">
          <a:xfrm>
            <a:off x="2355428" y="5551714"/>
            <a:ext cx="163285" cy="95249"/>
          </a:xfrm>
          <a:custGeom>
            <a:avLst/>
            <a:gdLst/>
            <a:ahLst/>
            <a:cxnLst/>
            <a:rect l="l" t="t" r="r" b="b"/>
            <a:pathLst>
              <a:path w="43200" h="43200" fill="none" stroke="1" extrusionOk="0">
                <a:moveTo>
                  <a:pt x="0" y="43200"/>
                </a:move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412760557" name=""/>
          <p:cNvSpPr/>
          <p:nvPr/>
        </p:nvSpPr>
        <p:spPr bwMode="auto">
          <a:xfrm>
            <a:off x="2790856" y="5388428"/>
            <a:ext cx="217713" cy="81642"/>
          </a:xfrm>
          <a:custGeom>
            <a:avLst/>
            <a:gdLst/>
            <a:ahLst/>
            <a:cxnLst/>
            <a:rect l="l" t="t" r="r" b="b"/>
            <a:pathLst>
              <a:path w="43200" h="43200" fill="none" stroke="1" extrusionOk="0">
                <a:moveTo>
                  <a:pt x="0" y="43200"/>
                </a:move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86665348" name=""/>
          <p:cNvSpPr/>
          <p:nvPr/>
        </p:nvSpPr>
        <p:spPr bwMode="auto">
          <a:xfrm>
            <a:off x="3893035" y="4912178"/>
            <a:ext cx="258535" cy="149678"/>
          </a:xfrm>
          <a:custGeom>
            <a:avLst/>
            <a:gdLst/>
            <a:ahLst/>
            <a:cxnLst/>
            <a:rect l="l" t="t" r="r" b="b"/>
            <a:pathLst>
              <a:path w="43200" h="43200" fill="none" stroke="1" extrusionOk="0">
                <a:moveTo>
                  <a:pt x="0" y="43200"/>
                </a:moveTo>
                <a:quadBezTo>
                  <a:pt x="36378" y="11781"/>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572112" name=""/>
          <p:cNvSpPr/>
          <p:nvPr/>
        </p:nvSpPr>
        <p:spPr bwMode="auto">
          <a:xfrm>
            <a:off x="4505356" y="4572000"/>
            <a:ext cx="299356" cy="176892"/>
          </a:xfrm>
          <a:custGeom>
            <a:avLst/>
            <a:gdLst/>
            <a:ahLst/>
            <a:cxnLst/>
            <a:rect l="l" t="t" r="r" b="b"/>
            <a:pathLst>
              <a:path w="43200" h="43200" fill="none" stroke="1" extrusionOk="0">
                <a:moveTo>
                  <a:pt x="0" y="43200"/>
                </a:moveTo>
                <a:cubicBezTo>
                  <a:pt x="17672" y="26584"/>
                  <a:pt x="31418" y="13292"/>
                  <a:pt x="43200" y="0"/>
                </a:cubic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956654484" name=""/>
          <p:cNvSpPr/>
          <p:nvPr/>
        </p:nvSpPr>
        <p:spPr bwMode="auto">
          <a:xfrm>
            <a:off x="6968249" y="3279321"/>
            <a:ext cx="312964" cy="122464"/>
          </a:xfrm>
          <a:custGeom>
            <a:avLst/>
            <a:gdLst/>
            <a:ahLst/>
            <a:cxnLst/>
            <a:rect l="l" t="t" r="r" b="b"/>
            <a:pathLst>
              <a:path w="43200" h="43200" fill="none" stroke="1" extrusionOk="0">
                <a:moveTo>
                  <a:pt x="43200" y="0"/>
                </a:moveTo>
                <a:lnTo>
                  <a:pt x="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202866923" name=""/>
          <p:cNvSpPr/>
          <p:nvPr/>
        </p:nvSpPr>
        <p:spPr bwMode="auto">
          <a:xfrm>
            <a:off x="6519214" y="3565071"/>
            <a:ext cx="190499" cy="149678"/>
          </a:xfrm>
          <a:custGeom>
            <a:avLst/>
            <a:gdLst/>
            <a:ahLst/>
            <a:cxnLst/>
            <a:rect l="l" t="t" r="r" b="b"/>
            <a:pathLst>
              <a:path w="43200" h="43200" fill="none" stroke="1" extrusionOk="0">
                <a:moveTo>
                  <a:pt x="43200" y="0"/>
                </a:moveTo>
                <a:quadBezTo>
                  <a:pt x="30857" y="15709"/>
                  <a:pt x="0" y="4320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3299710" name=""/>
          <p:cNvSpPr/>
          <p:nvPr/>
        </p:nvSpPr>
        <p:spPr bwMode="auto">
          <a:xfrm>
            <a:off x="5866071" y="3864428"/>
            <a:ext cx="353785" cy="108856"/>
          </a:xfrm>
          <a:custGeom>
            <a:avLst/>
            <a:gdLst/>
            <a:ahLst/>
            <a:cxnLst/>
            <a:rect l="l" t="t" r="r" b="b"/>
            <a:pathLst>
              <a:path w="43200" h="43200" fill="none" stroke="1" extrusionOk="0">
                <a:moveTo>
                  <a:pt x="43200" y="0"/>
                </a:moveTo>
                <a:lnTo>
                  <a:pt x="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858693105" name=""/>
          <p:cNvSpPr/>
          <p:nvPr/>
        </p:nvSpPr>
        <p:spPr bwMode="auto">
          <a:xfrm>
            <a:off x="5553106" y="4136571"/>
            <a:ext cx="108856" cy="68035"/>
          </a:xfrm>
          <a:custGeom>
            <a:avLst/>
            <a:gdLst/>
            <a:ahLst/>
            <a:cxnLst/>
            <a:rect l="l" t="t" r="r" b="b"/>
            <a:pathLst>
              <a:path w="43200" h="43200" fill="none" stroke="1" extrusionOk="0">
                <a:moveTo>
                  <a:pt x="43200" y="0"/>
                </a:moveTo>
                <a:lnTo>
                  <a:pt x="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450447435" name=""/>
          <p:cNvSpPr/>
          <p:nvPr/>
        </p:nvSpPr>
        <p:spPr bwMode="auto">
          <a:xfrm>
            <a:off x="7934356" y="2925535"/>
            <a:ext cx="244928" cy="149678"/>
          </a:xfrm>
          <a:custGeom>
            <a:avLst/>
            <a:gdLst/>
            <a:ahLst/>
            <a:cxnLst/>
            <a:rect l="l" t="t" r="r" b="b"/>
            <a:pathLst>
              <a:path w="43200" h="43200" fill="none" stroke="1" extrusionOk="0">
                <a:moveTo>
                  <a:pt x="0" y="43200"/>
                </a:moveTo>
                <a:quadBezTo>
                  <a:pt x="4800" y="35345"/>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68902983" name=""/>
          <p:cNvSpPr/>
          <p:nvPr/>
        </p:nvSpPr>
        <p:spPr bwMode="auto">
          <a:xfrm>
            <a:off x="8424214" y="2694214"/>
            <a:ext cx="312964" cy="108856"/>
          </a:xfrm>
          <a:custGeom>
            <a:avLst/>
            <a:gdLst/>
            <a:ahLst/>
            <a:cxnLst/>
            <a:rect l="l" t="t" r="r" b="b"/>
            <a:pathLst>
              <a:path w="43200" h="43200" fill="none" stroke="1" extrusionOk="0">
                <a:moveTo>
                  <a:pt x="0" y="43200"/>
                </a:moveTo>
                <a:quadBezTo>
                  <a:pt x="37565" y="0"/>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525426452" name=""/>
          <p:cNvSpPr/>
          <p:nvPr/>
        </p:nvSpPr>
        <p:spPr bwMode="auto">
          <a:xfrm>
            <a:off x="9648856" y="2381249"/>
            <a:ext cx="204107" cy="95249"/>
          </a:xfrm>
          <a:custGeom>
            <a:avLst/>
            <a:gdLst/>
            <a:ahLst/>
            <a:cxnLst/>
            <a:rect l="l" t="t" r="r" b="b"/>
            <a:pathLst>
              <a:path w="43200" h="43200" fill="none" stroke="1" extrusionOk="0">
                <a:moveTo>
                  <a:pt x="0" y="43200"/>
                </a:moveTo>
                <a:quadBezTo>
                  <a:pt x="20159" y="18514"/>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275423128" name=""/>
          <p:cNvSpPr/>
          <p:nvPr/>
        </p:nvSpPr>
        <p:spPr bwMode="auto">
          <a:xfrm>
            <a:off x="10097892" y="2217963"/>
            <a:ext cx="299356" cy="122464"/>
          </a:xfrm>
          <a:custGeom>
            <a:avLst/>
            <a:gdLst/>
            <a:ahLst/>
            <a:cxnLst/>
            <a:rect l="l" t="t" r="r" b="b"/>
            <a:pathLst>
              <a:path w="43200" h="43200" fill="none" stroke="1" extrusionOk="0">
                <a:moveTo>
                  <a:pt x="0" y="43200"/>
                </a:moveTo>
                <a:quadBezTo>
                  <a:pt x="7854" y="33600"/>
                  <a:pt x="43200" y="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338416306" name=""/>
          <p:cNvSpPr/>
          <p:nvPr/>
        </p:nvSpPr>
        <p:spPr bwMode="auto">
          <a:xfrm>
            <a:off x="11227285" y="2122714"/>
            <a:ext cx="272142" cy="0"/>
          </a:xfrm>
          <a:custGeom>
            <a:avLst/>
            <a:gdLst/>
            <a:ahLst/>
            <a:cxnLst/>
            <a:rect l="l" t="t" r="r" b="b"/>
            <a:pathLst>
              <a:path w="43200" h="0" fill="none" stroke="1" extrusionOk="0">
                <a:moveTo>
                  <a:pt x="0" y="0"/>
                </a:moveTo>
                <a:cubicBezTo>
                  <a:pt x="23760" y="0"/>
                  <a:pt x="30240" y="0"/>
                  <a:pt x="36720" y="0"/>
                </a:cubicBezTo>
                <a:lnTo>
                  <a:pt x="4320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9022470" name=""/>
          <p:cNvSpPr/>
          <p:nvPr/>
        </p:nvSpPr>
        <p:spPr bwMode="auto">
          <a:xfrm>
            <a:off x="11676321" y="2163535"/>
            <a:ext cx="149678" cy="27214"/>
          </a:xfrm>
          <a:custGeom>
            <a:avLst/>
            <a:gdLst/>
            <a:ahLst/>
            <a:cxnLst/>
            <a:rect l="l" t="t" r="r" b="b"/>
            <a:pathLst>
              <a:path w="43200" h="43200" fill="none" stroke="1" extrusionOk="0">
                <a:moveTo>
                  <a:pt x="0" y="0"/>
                </a:moveTo>
                <a:cubicBezTo>
                  <a:pt x="19636" y="21600"/>
                  <a:pt x="31418" y="21600"/>
                  <a:pt x="43200" y="43200"/>
                </a:cubic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601641236" name=""/>
          <p:cNvSpPr/>
          <p:nvPr/>
        </p:nvSpPr>
        <p:spPr bwMode="auto">
          <a:xfrm>
            <a:off x="10601357" y="4054928"/>
            <a:ext cx="258535" cy="13606"/>
          </a:xfrm>
          <a:custGeom>
            <a:avLst/>
            <a:gdLst/>
            <a:ahLst/>
            <a:cxnLst/>
            <a:rect l="l" t="t" r="r" b="b"/>
            <a:pathLst>
              <a:path w="43200" h="43200" fill="none" stroke="1" extrusionOk="0">
                <a:moveTo>
                  <a:pt x="43200" y="43200"/>
                </a:moveTo>
                <a:cubicBezTo>
                  <a:pt x="31831" y="0"/>
                  <a:pt x="15915" y="0"/>
                  <a:pt x="9094" y="0"/>
                </a:cubicBezTo>
                <a:lnTo>
                  <a:pt x="0" y="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13668837" name=""/>
          <p:cNvSpPr/>
          <p:nvPr/>
        </p:nvSpPr>
        <p:spPr bwMode="auto">
          <a:xfrm>
            <a:off x="10029857" y="4054928"/>
            <a:ext cx="272142" cy="54428"/>
          </a:xfrm>
          <a:custGeom>
            <a:avLst/>
            <a:gdLst/>
            <a:ahLst/>
            <a:cxnLst/>
            <a:rect l="l" t="t" r="r" b="b"/>
            <a:pathLst>
              <a:path w="43200" h="43200" fill="none" stroke="1" extrusionOk="0">
                <a:moveTo>
                  <a:pt x="43200" y="0"/>
                </a:moveTo>
                <a:cubicBezTo>
                  <a:pt x="34560" y="10800"/>
                  <a:pt x="19440" y="21600"/>
                  <a:pt x="6479" y="43200"/>
                </a:cubicBezTo>
                <a:lnTo>
                  <a:pt x="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2004127065" name=""/>
          <p:cNvSpPr/>
          <p:nvPr/>
        </p:nvSpPr>
        <p:spPr bwMode="auto">
          <a:xfrm>
            <a:off x="9458357" y="4177392"/>
            <a:ext cx="285750" cy="68035"/>
          </a:xfrm>
          <a:custGeom>
            <a:avLst/>
            <a:gdLst/>
            <a:ahLst/>
            <a:cxnLst/>
            <a:rect l="l" t="t" r="r" b="b"/>
            <a:pathLst>
              <a:path w="43200" h="43200" fill="none" stroke="1" extrusionOk="0">
                <a:moveTo>
                  <a:pt x="43200" y="0"/>
                </a:moveTo>
                <a:cubicBezTo>
                  <a:pt x="37028" y="0"/>
                  <a:pt x="26742" y="8639"/>
                  <a:pt x="16457" y="17279"/>
                </a:cubicBezTo>
                <a:lnTo>
                  <a:pt x="0" y="43200"/>
                </a:ln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253176459" name=""/>
          <p:cNvSpPr/>
          <p:nvPr/>
        </p:nvSpPr>
        <p:spPr bwMode="auto">
          <a:xfrm>
            <a:off x="8886857" y="4299856"/>
            <a:ext cx="258535" cy="13606"/>
          </a:xfrm>
          <a:custGeom>
            <a:avLst/>
            <a:gdLst/>
            <a:ahLst/>
            <a:cxnLst/>
            <a:rect l="l" t="t" r="r" b="b"/>
            <a:pathLst>
              <a:path w="43200" h="43200" fill="none" stroke="1" extrusionOk="0">
                <a:moveTo>
                  <a:pt x="43200" y="0"/>
                </a:moveTo>
                <a:cubicBezTo>
                  <a:pt x="31831" y="43200"/>
                  <a:pt x="22736" y="43200"/>
                  <a:pt x="15915" y="43200"/>
                </a:cubicBezTo>
                <a:quadBezTo>
                  <a:pt x="9094" y="43200"/>
                  <a:pt x="0" y="43200"/>
                </a:quadBezTo>
              </a:path>
            </a:pathLst>
          </a:custGeom>
          <a:noFill/>
          <a:ln w="72000">
            <a:solidFill>
              <a:srgbClr val="7B9450">
                <a:alpha val="99999"/>
              </a:srgbClr>
            </a:solidFill>
            <a:prstDash val="solid"/>
          </a:ln>
        </p:spPr>
        <p:style>
          <a:lnRef idx="2">
            <a:schemeClr val="accent1">
              <a:shade val="50000"/>
            </a:schemeClr>
          </a:lnRef>
          <a:fillRef idx="1">
            <a:schemeClr val="accent1"/>
          </a:fillRef>
          <a:effectRef idx="0">
            <a:schemeClr val="accent1"/>
          </a:effectRef>
          <a:fontRef idx="minor">
            <a:schemeClr val="lt1"/>
          </a:fontRef>
        </p:style>
      </p:sp>
      <p:sp>
        <p:nvSpPr>
          <p:cNvPr id="1865855413" name=""/>
          <p:cNvSpPr/>
          <p:nvPr/>
        </p:nvSpPr>
        <p:spPr bwMode="auto">
          <a:xfrm flipH="0" flipV="0">
            <a:off x="8496275" y="4168825"/>
            <a:ext cx="258535" cy="258535"/>
          </a:xfrm>
          <a:prstGeom prst="flowChartConnector">
            <a:avLst/>
          </a:prstGeom>
          <a:solidFill>
            <a:srgbClr val="7B94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630870087" name=""/>
          <p:cNvSpPr/>
          <p:nvPr/>
        </p:nvSpPr>
        <p:spPr bwMode="auto">
          <a:xfrm flipH="0" flipV="0">
            <a:off x="463949" y="1344439"/>
            <a:ext cx="4943644" cy="10671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600" b="0" i="0" u="none">
                <a:solidFill>
                  <a:srgbClr val="5C6131"/>
                </a:solidFill>
                <a:latin typeface="Times New Roman"/>
                <a:ea typeface="Times New Roman"/>
                <a:cs typeface="Times New Roman"/>
              </a:rPr>
              <a:t>On Christmas Eve, Santa embarks on a magical journey around the world, delivering presents to children in every corner of the globe. Guided by his trusty reindeer, he visits millions of homes, spreading joy and holiday cheer.</a:t>
            </a:r>
            <a:endParaRPr sz="1600">
              <a:solidFill>
                <a:srgbClr val="5C613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5E9"/>
        </a:solidFill>
      </p:bgPr>
    </p:bg>
    <p:spTree>
      <p:nvGrpSpPr>
        <p:cNvPr id="1" name=""/>
        <p:cNvGrpSpPr/>
        <p:nvPr/>
      </p:nvGrpSpPr>
      <p:grpSpPr bwMode="auto">
        <a:xfrm>
          <a:off x="0" y="0"/>
          <a:ext cx="0" cy="0"/>
          <a:chOff x="0" y="0"/>
          <a:chExt cx="0" cy="0"/>
        </a:xfrm>
      </p:grpSpPr>
      <p:sp>
        <p:nvSpPr>
          <p:cNvPr id="1801882694" name=""/>
          <p:cNvSpPr txBox="1"/>
          <p:nvPr/>
        </p:nvSpPr>
        <p:spPr bwMode="auto">
          <a:xfrm flipH="0" flipV="0">
            <a:off x="2190389" y="3565071"/>
            <a:ext cx="7811219"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a:solidFill>
                  <a:srgbClr val="FA3E19"/>
                </a:solidFill>
                <a:latin typeface="Times New Roman"/>
                <a:ea typeface="Times New Roman"/>
                <a:cs typeface="Times New Roman"/>
              </a:rPr>
              <a:t>Write here some interesting information about yourself, your up-to-date contact details, heartfelt wishes, warm thanks, or simply anything else that you genuinely want to share.</a:t>
            </a:r>
            <a:endParaRPr sz="2000">
              <a:solidFill>
                <a:srgbClr val="FA3E19"/>
              </a:solidFill>
              <a:latin typeface="Times New Roman"/>
              <a:cs typeface="Times New Roman"/>
            </a:endParaRPr>
          </a:p>
        </p:txBody>
      </p:sp>
      <p:sp>
        <p:nvSpPr>
          <p:cNvPr id="1295677749" name=""/>
          <p:cNvSpPr txBox="1"/>
          <p:nvPr/>
        </p:nvSpPr>
        <p:spPr bwMode="auto">
          <a:xfrm flipH="0" flipV="0">
            <a:off x="2436799" y="1993561"/>
            <a:ext cx="7318397" cy="1189078"/>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lang="en-US" sz="7200" b="1">
                <a:solidFill>
                  <a:srgbClr val="FA3E19"/>
                </a:solidFill>
                <a:latin typeface="Times New Roman"/>
                <a:ea typeface="Times New Roman"/>
                <a:cs typeface="Times New Roman"/>
              </a:rPr>
              <a:t>Merry Christmas!</a:t>
            </a:r>
            <a:endParaRPr sz="7200" b="1"/>
          </a:p>
        </p:txBody>
      </p:sp>
      <p:pic>
        <p:nvPicPr>
          <p:cNvPr id="181311828" name=""/>
          <p:cNvPicPr>
            <a:picLocks noChangeAspect="1"/>
          </p:cNvPicPr>
          <p:nvPr/>
        </p:nvPicPr>
        <p:blipFill>
          <a:blip r:embed="rId3"/>
          <a:stretch/>
        </p:blipFill>
        <p:spPr bwMode="auto">
          <a:xfrm rot="21044543" flipH="0" flipV="0">
            <a:off x="4988446" y="4723857"/>
            <a:ext cx="2088779" cy="1481519"/>
          </a:xfrm>
          <a:prstGeom prst="rect">
            <a:avLst/>
          </a:prstGeom>
        </p:spPr>
      </p:pic>
      <p:pic>
        <p:nvPicPr>
          <p:cNvPr id="315159159" name=""/>
          <p:cNvPicPr>
            <a:picLocks noChangeAspect="1"/>
          </p:cNvPicPr>
          <p:nvPr/>
        </p:nvPicPr>
        <p:blipFill>
          <a:blip r:embed="rId4"/>
          <a:stretch/>
        </p:blipFill>
        <p:spPr bwMode="auto">
          <a:xfrm flipH="0" flipV="0">
            <a:off x="1342448" y="715077"/>
            <a:ext cx="1695883" cy="1736951"/>
          </a:xfrm>
          <a:prstGeom prst="rect">
            <a:avLst/>
          </a:prstGeom>
        </p:spPr>
      </p:pic>
      <p:sp>
        <p:nvSpPr>
          <p:cNvPr id="1302585966" name=""/>
          <p:cNvSpPr/>
          <p:nvPr/>
        </p:nvSpPr>
        <p:spPr bwMode="auto">
          <a:xfrm flipH="0" flipV="0">
            <a:off x="266946" y="244175"/>
            <a:ext cx="11684737" cy="6369646"/>
          </a:xfrm>
          <a:prstGeom prst="rect">
            <a:avLst/>
          </a:prstGeom>
          <a:noFill/>
          <a:ln w="28575" cap="flat" cmpd="sng" algn="ctr">
            <a:solidFill>
              <a:srgbClr val="FA3E1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pic>
        <p:nvPicPr>
          <p:cNvPr id="333294717" name=""/>
          <p:cNvPicPr>
            <a:picLocks noChangeAspect="1"/>
          </p:cNvPicPr>
          <p:nvPr/>
        </p:nvPicPr>
        <p:blipFill>
          <a:blip r:embed="rId5"/>
          <a:stretch/>
        </p:blipFill>
        <p:spPr bwMode="auto">
          <a:xfrm flipH="0" flipV="0">
            <a:off x="7870004" y="244175"/>
            <a:ext cx="3972822" cy="406817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onlyoffice/8.2.1.38</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cp:revision>
  <dcterms:modified xsi:type="dcterms:W3CDTF">2024-11-25T12:36:03Z</dcterms:modified>
</cp:coreProperties>
</file>